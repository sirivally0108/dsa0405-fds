
<file path=[Content_Types].xml><?xml version="1.0" encoding="utf-8"?>
<Types xmlns="http://schemas.openxmlformats.org/package/2006/content-types">
  <Default Extension="glb" ContentType="model/gltf.binary"/>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59" r:id="rId2"/>
    <p:sldId id="307" r:id="rId3"/>
    <p:sldId id="291" r:id="rId4"/>
    <p:sldId id="300" r:id="rId5"/>
    <p:sldId id="283" r:id="rId6"/>
    <p:sldId id="302" r:id="rId7"/>
    <p:sldId id="312" r:id="rId8"/>
    <p:sldId id="313" r:id="rId9"/>
    <p:sldId id="316" r:id="rId10"/>
    <p:sldId id="314" r:id="rId11"/>
    <p:sldId id="319" r:id="rId12"/>
    <p:sldId id="315" r:id="rId13"/>
    <p:sldId id="320" r:id="rId14"/>
    <p:sldId id="310" r:id="rId15"/>
    <p:sldId id="288" r:id="rId16"/>
    <p:sldId id="256"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725" y="5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ooja S" userId="f973db088bdd34cb" providerId="LiveId" clId="{8E53D852-EB0D-4FAD-AC10-138349BAE3D9}"/>
    <pc:docChg chg="undo redo custSel addSld delSld modSld">
      <pc:chgData name="Pooja S" userId="f973db088bdd34cb" providerId="LiveId" clId="{8E53D852-EB0D-4FAD-AC10-138349BAE3D9}" dt="2026-08-28T13:47:43.477" v="554" actId="680"/>
      <pc:docMkLst>
        <pc:docMk/>
      </pc:docMkLst>
      <pc:sldChg chg="addSp delSp modSp mod">
        <pc:chgData name="Pooja S" userId="f973db088bdd34cb" providerId="LiveId" clId="{8E53D852-EB0D-4FAD-AC10-138349BAE3D9}" dt="2026-08-25T03:38:24.814" v="169" actId="1076"/>
        <pc:sldMkLst>
          <pc:docMk/>
          <pc:sldMk cId="0" sldId="259"/>
        </pc:sldMkLst>
        <pc:spChg chg="mod">
          <ac:chgData name="Pooja S" userId="f973db088bdd34cb" providerId="LiveId" clId="{8E53D852-EB0D-4FAD-AC10-138349BAE3D9}" dt="2026-08-25T03:35:59.372" v="137" actId="1076"/>
          <ac:spMkLst>
            <pc:docMk/>
            <pc:sldMk cId="0" sldId="259"/>
            <ac:spMk id="2" creationId="{00000000-0000-0000-0000-000000000000}"/>
          </ac:spMkLst>
        </pc:spChg>
        <pc:spChg chg="mod">
          <ac:chgData name="Pooja S" userId="f973db088bdd34cb" providerId="LiveId" clId="{8E53D852-EB0D-4FAD-AC10-138349BAE3D9}" dt="2026-08-25T03:34:49.539" v="135" actId="1076"/>
          <ac:spMkLst>
            <pc:docMk/>
            <pc:sldMk cId="0" sldId="259"/>
            <ac:spMk id="5" creationId="{00000000-0000-0000-0000-000000000000}"/>
          </ac:spMkLst>
        </pc:spChg>
        <pc:spChg chg="mod">
          <ac:chgData name="Pooja S" userId="f973db088bdd34cb" providerId="LiveId" clId="{8E53D852-EB0D-4FAD-AC10-138349BAE3D9}" dt="2026-08-25T03:36:03.750" v="138" actId="1076"/>
          <ac:spMkLst>
            <pc:docMk/>
            <pc:sldMk cId="0" sldId="259"/>
            <ac:spMk id="9" creationId="{C72D1E7D-30CD-1AD9-B818-0D96B874CCA3}"/>
          </ac:spMkLst>
        </pc:spChg>
        <pc:spChg chg="mod">
          <ac:chgData name="Pooja S" userId="f973db088bdd34cb" providerId="LiveId" clId="{8E53D852-EB0D-4FAD-AC10-138349BAE3D9}" dt="2026-08-25T03:34:54.772" v="136" actId="1076"/>
          <ac:spMkLst>
            <pc:docMk/>
            <pc:sldMk cId="0" sldId="259"/>
            <ac:spMk id="12" creationId="{302DF3EC-29F0-2899-A22C-844351DA543C}"/>
          </ac:spMkLst>
        </pc:spChg>
        <pc:spChg chg="mod">
          <ac:chgData name="Pooja S" userId="f973db088bdd34cb" providerId="LiveId" clId="{8E53D852-EB0D-4FAD-AC10-138349BAE3D9}" dt="2026-08-25T03:33:28.771" v="53"/>
          <ac:spMkLst>
            <pc:docMk/>
            <pc:sldMk cId="0" sldId="259"/>
            <ac:spMk id="16" creationId="{8C171D88-A7CB-9334-8EE0-ACD51F610241}"/>
          </ac:spMkLst>
        </pc:spChg>
        <pc:grpChg chg="add mod">
          <ac:chgData name="Pooja S" userId="f973db088bdd34cb" providerId="LiveId" clId="{8E53D852-EB0D-4FAD-AC10-138349BAE3D9}" dt="2026-08-25T03:34:23.853" v="61" actId="1076"/>
          <ac:grpSpMkLst>
            <pc:docMk/>
            <pc:sldMk cId="0" sldId="259"/>
            <ac:grpSpMk id="15" creationId="{F9487F08-A805-C41E-F7E2-A10E7B0C0189}"/>
          </ac:grpSpMkLst>
        </pc:grpChg>
        <pc:picChg chg="mod">
          <ac:chgData name="Pooja S" userId="f973db088bdd34cb" providerId="LiveId" clId="{8E53D852-EB0D-4FAD-AC10-138349BAE3D9}" dt="2026-08-25T03:33:28.771" v="53"/>
          <ac:picMkLst>
            <pc:docMk/>
            <pc:sldMk cId="0" sldId="259"/>
            <ac:picMk id="17" creationId="{E2F0F643-A473-3D40-DB12-2FE6CB0389D5}"/>
          </ac:picMkLst>
        </pc:picChg>
        <pc:picChg chg="add mod">
          <ac:chgData name="Pooja S" userId="f973db088bdd34cb" providerId="LiveId" clId="{8E53D852-EB0D-4FAD-AC10-138349BAE3D9}" dt="2026-08-25T03:38:24.814" v="169" actId="1076"/>
          <ac:picMkLst>
            <pc:docMk/>
            <pc:sldMk cId="0" sldId="259"/>
            <ac:picMk id="21" creationId="{2D9DA996-74E2-FECB-3F05-C17C827469E6}"/>
          </ac:picMkLst>
        </pc:picChg>
      </pc:sldChg>
      <pc:sldChg chg="modSp mod">
        <pc:chgData name="Pooja S" userId="f973db088bdd34cb" providerId="LiveId" clId="{8E53D852-EB0D-4FAD-AC10-138349BAE3D9}" dt="2026-08-25T03:46:18.086" v="238" actId="732"/>
        <pc:sldMkLst>
          <pc:docMk/>
          <pc:sldMk cId="4082278041" sldId="283"/>
        </pc:sldMkLst>
        <pc:spChg chg="mod">
          <ac:chgData name="Pooja S" userId="f973db088bdd34cb" providerId="LiveId" clId="{8E53D852-EB0D-4FAD-AC10-138349BAE3D9}" dt="2026-08-25T03:44:00.139" v="220" actId="115"/>
          <ac:spMkLst>
            <pc:docMk/>
            <pc:sldMk cId="4082278041" sldId="283"/>
            <ac:spMk id="2" creationId="{44897D9B-89BA-EFF3-7CCE-BC7083AAC52C}"/>
          </ac:spMkLst>
        </pc:spChg>
        <pc:spChg chg="mod">
          <ac:chgData name="Pooja S" userId="f973db088bdd34cb" providerId="LiveId" clId="{8E53D852-EB0D-4FAD-AC10-138349BAE3D9}" dt="2026-08-25T03:43:56.282" v="219" actId="1076"/>
          <ac:spMkLst>
            <pc:docMk/>
            <pc:sldMk cId="4082278041" sldId="283"/>
            <ac:spMk id="7" creationId="{A74BF758-6663-5913-D4E6-87DBD7801759}"/>
          </ac:spMkLst>
        </pc:spChg>
        <pc:picChg chg="mod modCrop">
          <ac:chgData name="Pooja S" userId="f973db088bdd34cb" providerId="LiveId" clId="{8E53D852-EB0D-4FAD-AC10-138349BAE3D9}" dt="2026-08-25T03:46:18.086" v="238" actId="732"/>
          <ac:picMkLst>
            <pc:docMk/>
            <pc:sldMk cId="4082278041" sldId="283"/>
            <ac:picMk id="8" creationId="{B7C899F3-AB40-0217-5207-E44C4AE932D4}"/>
          </ac:picMkLst>
        </pc:picChg>
      </pc:sldChg>
      <pc:sldChg chg="modSp mod">
        <pc:chgData name="Pooja S" userId="f973db088bdd34cb" providerId="LiveId" clId="{8E53D852-EB0D-4FAD-AC10-138349BAE3D9}" dt="2026-08-28T13:47:17.135" v="551" actId="115"/>
        <pc:sldMkLst>
          <pc:docMk/>
          <pc:sldMk cId="19638058" sldId="288"/>
        </pc:sldMkLst>
        <pc:spChg chg="mod">
          <ac:chgData name="Pooja S" userId="f973db088bdd34cb" providerId="LiveId" clId="{8E53D852-EB0D-4FAD-AC10-138349BAE3D9}" dt="2026-08-28T13:47:17.135" v="551" actId="115"/>
          <ac:spMkLst>
            <pc:docMk/>
            <pc:sldMk cId="19638058" sldId="288"/>
            <ac:spMk id="8" creationId="{EED8D035-8B7A-F12E-7AB5-9EC906849E4B}"/>
          </ac:spMkLst>
        </pc:spChg>
      </pc:sldChg>
      <pc:sldChg chg="addSp delSp modSp mod">
        <pc:chgData name="Pooja S" userId="f973db088bdd34cb" providerId="LiveId" clId="{8E53D852-EB0D-4FAD-AC10-138349BAE3D9}" dt="2026-08-25T03:41:48.979" v="201" actId="14100"/>
        <pc:sldMkLst>
          <pc:docMk/>
          <pc:sldMk cId="785390887" sldId="291"/>
        </pc:sldMkLst>
        <pc:spChg chg="mod">
          <ac:chgData name="Pooja S" userId="f973db088bdd34cb" providerId="LiveId" clId="{8E53D852-EB0D-4FAD-AC10-138349BAE3D9}" dt="2026-08-25T03:40:25.178" v="181" actId="1076"/>
          <ac:spMkLst>
            <pc:docMk/>
            <pc:sldMk cId="785390887" sldId="291"/>
            <ac:spMk id="8" creationId="{BE0EDC05-E64D-B187-F795-B69C5DDBCECB}"/>
          </ac:spMkLst>
        </pc:spChg>
        <pc:spChg chg="mod">
          <ac:chgData name="Pooja S" userId="f973db088bdd34cb" providerId="LiveId" clId="{8E53D852-EB0D-4FAD-AC10-138349BAE3D9}" dt="2026-08-25T03:40:32.814" v="184" actId="115"/>
          <ac:spMkLst>
            <pc:docMk/>
            <pc:sldMk cId="785390887" sldId="291"/>
            <ac:spMk id="13" creationId="{3C780770-556C-8987-AAC1-638A97345E10}"/>
          </ac:spMkLst>
        </pc:spChg>
        <pc:picChg chg="add mod">
          <ac:chgData name="Pooja S" userId="f973db088bdd34cb" providerId="LiveId" clId="{8E53D852-EB0D-4FAD-AC10-138349BAE3D9}" dt="2026-08-25T03:41:48.979" v="201" actId="14100"/>
          <ac:picMkLst>
            <pc:docMk/>
            <pc:sldMk cId="785390887" sldId="291"/>
            <ac:picMk id="3" creationId="{E0E0A489-25D8-D10C-5F30-31DAE457C5A8}"/>
          </ac:picMkLst>
        </pc:picChg>
      </pc:sldChg>
      <pc:sldChg chg="modSp mod">
        <pc:chgData name="Pooja S" userId="f973db088bdd34cb" providerId="LiveId" clId="{8E53D852-EB0D-4FAD-AC10-138349BAE3D9}" dt="2026-08-25T03:46:01.228" v="237" actId="732"/>
        <pc:sldMkLst>
          <pc:docMk/>
          <pc:sldMk cId="2149950038" sldId="302"/>
        </pc:sldMkLst>
        <pc:spChg chg="mod">
          <ac:chgData name="Pooja S" userId="f973db088bdd34cb" providerId="LiveId" clId="{8E53D852-EB0D-4FAD-AC10-138349BAE3D9}" dt="2026-08-25T03:45:22.488" v="230" actId="1076"/>
          <ac:spMkLst>
            <pc:docMk/>
            <pc:sldMk cId="2149950038" sldId="302"/>
            <ac:spMk id="2" creationId="{5D07DA07-98ED-BB62-705A-0E80F7FE524E}"/>
          </ac:spMkLst>
        </pc:spChg>
        <pc:picChg chg="mod modCrop">
          <ac:chgData name="Pooja S" userId="f973db088bdd34cb" providerId="LiveId" clId="{8E53D852-EB0D-4FAD-AC10-138349BAE3D9}" dt="2026-08-25T03:46:01.228" v="237" actId="732"/>
          <ac:picMkLst>
            <pc:docMk/>
            <pc:sldMk cId="2149950038" sldId="302"/>
            <ac:picMk id="3" creationId="{EA4E8719-FFB7-5B3E-DA2B-922F87782DBB}"/>
          </ac:picMkLst>
        </pc:picChg>
      </pc:sldChg>
      <pc:sldChg chg="addSp delSp modSp mod">
        <pc:chgData name="Pooja S" userId="f973db088bdd34cb" providerId="LiveId" clId="{8E53D852-EB0D-4FAD-AC10-138349BAE3D9}" dt="2026-08-25T03:39:02.380" v="175" actId="1076"/>
        <pc:sldMkLst>
          <pc:docMk/>
          <pc:sldMk cId="2465927615" sldId="307"/>
        </pc:sldMkLst>
        <pc:spChg chg="mod">
          <ac:chgData name="Pooja S" userId="f973db088bdd34cb" providerId="LiveId" clId="{8E53D852-EB0D-4FAD-AC10-138349BAE3D9}" dt="2026-08-25T03:38:51.607" v="172" actId="1076"/>
          <ac:spMkLst>
            <pc:docMk/>
            <pc:sldMk cId="2465927615" sldId="307"/>
            <ac:spMk id="2" creationId="{B27FD41B-EDC8-670C-E8B5-F0DD19EB4C8B}"/>
          </ac:spMkLst>
        </pc:spChg>
        <pc:spChg chg="mod">
          <ac:chgData name="Pooja S" userId="f973db088bdd34cb" providerId="LiveId" clId="{8E53D852-EB0D-4FAD-AC10-138349BAE3D9}" dt="2026-08-25T03:38:47.525" v="171" actId="1076"/>
          <ac:spMkLst>
            <pc:docMk/>
            <pc:sldMk cId="2465927615" sldId="307"/>
            <ac:spMk id="8" creationId="{2FCC9CA0-F155-2A91-3908-6B6BC9E3C864}"/>
          </ac:spMkLst>
        </pc:spChg>
        <pc:picChg chg="mod">
          <ac:chgData name="Pooja S" userId="f973db088bdd34cb" providerId="LiveId" clId="{8E53D852-EB0D-4FAD-AC10-138349BAE3D9}" dt="2026-08-25T03:38:56.563" v="174" actId="1076"/>
          <ac:picMkLst>
            <pc:docMk/>
            <pc:sldMk cId="2465927615" sldId="307"/>
            <ac:picMk id="4" creationId="{2FE09E4A-60B1-488D-173F-29EDA0E1957B}"/>
          </ac:picMkLst>
        </pc:picChg>
        <pc:picChg chg="mod">
          <ac:chgData name="Pooja S" userId="f973db088bdd34cb" providerId="LiveId" clId="{8E53D852-EB0D-4FAD-AC10-138349BAE3D9}" dt="2026-08-25T03:39:02.380" v="175" actId="1076"/>
          <ac:picMkLst>
            <pc:docMk/>
            <pc:sldMk cId="2465927615" sldId="307"/>
            <ac:picMk id="5" creationId="{8A4C89D2-4AC4-C0E2-9A44-A0305FCA50CA}"/>
          </ac:picMkLst>
        </pc:picChg>
      </pc:sldChg>
      <pc:sldChg chg="modSp mod">
        <pc:chgData name="Pooja S" userId="f973db088bdd34cb" providerId="LiveId" clId="{8E53D852-EB0D-4FAD-AC10-138349BAE3D9}" dt="2026-08-28T13:47:10.933" v="550" actId="115"/>
        <pc:sldMkLst>
          <pc:docMk/>
          <pc:sldMk cId="1985142040" sldId="310"/>
        </pc:sldMkLst>
        <pc:spChg chg="mod">
          <ac:chgData name="Pooja S" userId="f973db088bdd34cb" providerId="LiveId" clId="{8E53D852-EB0D-4FAD-AC10-138349BAE3D9}" dt="2026-08-28T13:47:10.933" v="550" actId="115"/>
          <ac:spMkLst>
            <pc:docMk/>
            <pc:sldMk cId="1985142040" sldId="310"/>
            <ac:spMk id="7" creationId="{C6AF342A-3EFF-DA3F-DAD4-A35B5FA797EF}"/>
          </ac:spMkLst>
        </pc:spChg>
      </pc:sldChg>
      <pc:sldChg chg="addSp delSp modSp mod">
        <pc:chgData name="Pooja S" userId="f973db088bdd34cb" providerId="LiveId" clId="{8E53D852-EB0D-4FAD-AC10-138349BAE3D9}" dt="2026-08-25T04:18:01.246" v="476" actId="339"/>
        <pc:sldMkLst>
          <pc:docMk/>
          <pc:sldMk cId="278111903" sldId="312"/>
        </pc:sldMkLst>
        <pc:spChg chg="add mod">
          <ac:chgData name="Pooja S" userId="f973db088bdd34cb" providerId="LiveId" clId="{8E53D852-EB0D-4FAD-AC10-138349BAE3D9}" dt="2026-08-25T04:16:39.361" v="474" actId="1076"/>
          <ac:spMkLst>
            <pc:docMk/>
            <pc:sldMk cId="278111903" sldId="312"/>
            <ac:spMk id="21" creationId="{39A66F82-D898-1014-5F0D-58CDEBB8CD0B}"/>
          </ac:spMkLst>
        </pc:spChg>
        <pc:spChg chg="add mod">
          <ac:chgData name="Pooja S" userId="f973db088bdd34cb" providerId="LiveId" clId="{8E53D852-EB0D-4FAD-AC10-138349BAE3D9}" dt="2026-08-25T04:16:11.827" v="470" actId="1076"/>
          <ac:spMkLst>
            <pc:docMk/>
            <pc:sldMk cId="278111903" sldId="312"/>
            <ac:spMk id="28" creationId="{37225836-948F-D931-71DB-144487B4943C}"/>
          </ac:spMkLst>
        </pc:spChg>
        <pc:spChg chg="add mod">
          <ac:chgData name="Pooja S" userId="f973db088bdd34cb" providerId="LiveId" clId="{8E53D852-EB0D-4FAD-AC10-138349BAE3D9}" dt="2026-08-25T04:16:05.120" v="469" actId="20577"/>
          <ac:spMkLst>
            <pc:docMk/>
            <pc:sldMk cId="278111903" sldId="312"/>
            <ac:spMk id="29" creationId="{C5852B5F-3946-FABD-EB01-24E585D73D09}"/>
          </ac:spMkLst>
        </pc:spChg>
        <pc:spChg chg="add mod">
          <ac:chgData name="Pooja S" userId="f973db088bdd34cb" providerId="LiveId" clId="{8E53D852-EB0D-4FAD-AC10-138349BAE3D9}" dt="2026-08-25T04:13:27.433" v="437" actId="1076"/>
          <ac:spMkLst>
            <pc:docMk/>
            <pc:sldMk cId="278111903" sldId="312"/>
            <ac:spMk id="30" creationId="{D8206D45-157B-F6A1-0617-0781E0AB9E84}"/>
          </ac:spMkLst>
        </pc:spChg>
        <pc:spChg chg="add mod">
          <ac:chgData name="Pooja S" userId="f973db088bdd34cb" providerId="LiveId" clId="{8E53D852-EB0D-4FAD-AC10-138349BAE3D9}" dt="2026-08-25T04:13:53.280" v="443" actId="1076"/>
          <ac:spMkLst>
            <pc:docMk/>
            <pc:sldMk cId="278111903" sldId="312"/>
            <ac:spMk id="31" creationId="{6C85EC17-EDF4-E3CF-D390-F9B5869B88FF}"/>
          </ac:spMkLst>
        </pc:spChg>
        <pc:graphicFrameChg chg="add mod modGraphic">
          <ac:chgData name="Pooja S" userId="f973db088bdd34cb" providerId="LiveId" clId="{8E53D852-EB0D-4FAD-AC10-138349BAE3D9}" dt="2026-08-25T04:18:01.246" v="476" actId="339"/>
          <ac:graphicFrameMkLst>
            <pc:docMk/>
            <pc:sldMk cId="278111903" sldId="312"/>
            <ac:graphicFrameMk id="2" creationId="{E6F7D395-10E7-4BAC-1016-ED69DBA5BD4D}"/>
          </ac:graphicFrameMkLst>
        </pc:graphicFrameChg>
        <pc:graphicFrameChg chg="add del mod modGraphic">
          <ac:chgData name="Pooja S" userId="f973db088bdd34cb" providerId="LiveId" clId="{8E53D852-EB0D-4FAD-AC10-138349BAE3D9}" dt="2026-08-25T04:10:49.107" v="392" actId="1076"/>
          <ac:graphicFrameMkLst>
            <pc:docMk/>
            <pc:sldMk cId="278111903" sldId="312"/>
            <ac:graphicFrameMk id="5" creationId="{21EF0BDB-28DE-DD10-8537-BE17B4176E8E}"/>
          </ac:graphicFrameMkLst>
        </pc:graphicFrameChg>
        <pc:picChg chg="add mod">
          <ac:chgData name="Pooja S" userId="f973db088bdd34cb" providerId="LiveId" clId="{8E53D852-EB0D-4FAD-AC10-138349BAE3D9}" dt="2026-08-25T04:06:56.879" v="344" actId="1076"/>
          <ac:picMkLst>
            <pc:docMk/>
            <pc:sldMk cId="278111903" sldId="312"/>
            <ac:picMk id="11" creationId="{53EF0D7A-C21D-8187-D101-310930EF06BE}"/>
          </ac:picMkLst>
        </pc:picChg>
        <pc:picChg chg="add mod">
          <ac:chgData name="Pooja S" userId="f973db088bdd34cb" providerId="LiveId" clId="{8E53D852-EB0D-4FAD-AC10-138349BAE3D9}" dt="2026-08-25T04:06:55.173" v="343" actId="1076"/>
          <ac:picMkLst>
            <pc:docMk/>
            <pc:sldMk cId="278111903" sldId="312"/>
            <ac:picMk id="13" creationId="{6360493A-897B-6D2D-0A05-2452B98123AC}"/>
          </ac:picMkLst>
        </pc:picChg>
        <pc:picChg chg="add mod">
          <ac:chgData name="Pooja S" userId="f973db088bdd34cb" providerId="LiveId" clId="{8E53D852-EB0D-4FAD-AC10-138349BAE3D9}" dt="2026-08-25T04:07:53.190" v="358" actId="1076"/>
          <ac:picMkLst>
            <pc:docMk/>
            <pc:sldMk cId="278111903" sldId="312"/>
            <ac:picMk id="18" creationId="{07778B71-CD76-2B9C-3DB1-28CC325565EA}"/>
          </ac:picMkLst>
        </pc:picChg>
        <pc:cxnChg chg="add mod">
          <ac:chgData name="Pooja S" userId="f973db088bdd34cb" providerId="LiveId" clId="{8E53D852-EB0D-4FAD-AC10-138349BAE3D9}" dt="2026-08-25T04:15:25.513" v="457" actId="1582"/>
          <ac:cxnSpMkLst>
            <pc:docMk/>
            <pc:sldMk cId="278111903" sldId="312"/>
            <ac:cxnSpMk id="36" creationId="{72D8D69A-B240-4444-30AC-9F05B83424DA}"/>
          </ac:cxnSpMkLst>
        </pc:cxnChg>
        <pc:cxnChg chg="add mod">
          <ac:chgData name="Pooja S" userId="f973db088bdd34cb" providerId="LiveId" clId="{8E53D852-EB0D-4FAD-AC10-138349BAE3D9}" dt="2026-08-25T04:15:32.029" v="459" actId="1076"/>
          <ac:cxnSpMkLst>
            <pc:docMk/>
            <pc:sldMk cId="278111903" sldId="312"/>
            <ac:cxnSpMk id="39" creationId="{A5192458-742B-7656-8C05-B6E1ABB1F18A}"/>
          </ac:cxnSpMkLst>
        </pc:cxnChg>
        <pc:cxnChg chg="add mod">
          <ac:chgData name="Pooja S" userId="f973db088bdd34cb" providerId="LiveId" clId="{8E53D852-EB0D-4FAD-AC10-138349BAE3D9}" dt="2026-08-25T04:15:37.185" v="461" actId="1076"/>
          <ac:cxnSpMkLst>
            <pc:docMk/>
            <pc:sldMk cId="278111903" sldId="312"/>
            <ac:cxnSpMk id="40" creationId="{3FDF1137-F49B-0E6F-6DF5-E2E3E15BCECF}"/>
          </ac:cxnSpMkLst>
        </pc:cxnChg>
        <pc:cxnChg chg="add mod">
          <ac:chgData name="Pooja S" userId="f973db088bdd34cb" providerId="LiveId" clId="{8E53D852-EB0D-4FAD-AC10-138349BAE3D9}" dt="2026-08-25T04:15:43.242" v="463" actId="1076"/>
          <ac:cxnSpMkLst>
            <pc:docMk/>
            <pc:sldMk cId="278111903" sldId="312"/>
            <ac:cxnSpMk id="41" creationId="{421B7CF5-33AF-A13D-DC8E-56F707879A90}"/>
          </ac:cxnSpMkLst>
        </pc:cxnChg>
      </pc:sldChg>
      <pc:sldChg chg="modSp new del mod">
        <pc:chgData name="Pooja S" userId="f973db088bdd34cb" providerId="LiveId" clId="{8E53D852-EB0D-4FAD-AC10-138349BAE3D9}" dt="2026-08-28T13:42:02.993" v="491" actId="47"/>
        <pc:sldMkLst>
          <pc:docMk/>
          <pc:sldMk cId="1832619163" sldId="313"/>
        </pc:sldMkLst>
        <pc:spChg chg="mod">
          <ac:chgData name="Pooja S" userId="f973db088bdd34cb" providerId="LiveId" clId="{8E53D852-EB0D-4FAD-AC10-138349BAE3D9}" dt="2026-08-28T13:27:44.657" v="490" actId="20577"/>
          <ac:spMkLst>
            <pc:docMk/>
            <pc:sldMk cId="1832619163" sldId="313"/>
            <ac:spMk id="2" creationId="{6738409B-1F4C-885B-4EAD-C8DF234D10AF}"/>
          </ac:spMkLst>
        </pc:spChg>
      </pc:sldChg>
      <pc:sldChg chg="addSp modSp new mod">
        <pc:chgData name="Pooja S" userId="f973db088bdd34cb" providerId="LiveId" clId="{8E53D852-EB0D-4FAD-AC10-138349BAE3D9}" dt="2026-08-28T13:46:52.989" v="547" actId="115"/>
        <pc:sldMkLst>
          <pc:docMk/>
          <pc:sldMk cId="3621149011" sldId="313"/>
        </pc:sldMkLst>
        <pc:spChg chg="add mod">
          <ac:chgData name="Pooja S" userId="f973db088bdd34cb" providerId="LiveId" clId="{8E53D852-EB0D-4FAD-AC10-138349BAE3D9}" dt="2026-08-28T13:46:52.989" v="547" actId="115"/>
          <ac:spMkLst>
            <pc:docMk/>
            <pc:sldMk cId="3621149011" sldId="313"/>
            <ac:spMk id="3" creationId="{FB0E6B6B-B908-91E4-D8CA-D1EE00A9A0E5}"/>
          </ac:spMkLst>
        </pc:spChg>
        <pc:picChg chg="add mod">
          <ac:chgData name="Pooja S" userId="f973db088bdd34cb" providerId="LiveId" clId="{8E53D852-EB0D-4FAD-AC10-138349BAE3D9}" dt="2026-08-28T13:45:05.242" v="529" actId="14100"/>
          <ac:picMkLst>
            <pc:docMk/>
            <pc:sldMk cId="3621149011" sldId="313"/>
            <ac:picMk id="5" creationId="{3A670980-CA9D-2725-B621-9F0DD3627D1E}"/>
          </ac:picMkLst>
        </pc:picChg>
        <pc:picChg chg="add mod">
          <ac:chgData name="Pooja S" userId="f973db088bdd34cb" providerId="LiveId" clId="{8E53D852-EB0D-4FAD-AC10-138349BAE3D9}" dt="2026-08-28T13:44:37.540" v="521" actId="1076"/>
          <ac:picMkLst>
            <pc:docMk/>
            <pc:sldMk cId="3621149011" sldId="313"/>
            <ac:picMk id="7" creationId="{FE56D97A-8AF2-1696-0014-C17C2CA8DDB4}"/>
          </ac:picMkLst>
        </pc:picChg>
      </pc:sldChg>
      <pc:sldChg chg="addSp modSp new mod">
        <pc:chgData name="Pooja S" userId="f973db088bdd34cb" providerId="LiveId" clId="{8E53D852-EB0D-4FAD-AC10-138349BAE3D9}" dt="2026-08-28T13:46:59.372" v="548" actId="115"/>
        <pc:sldMkLst>
          <pc:docMk/>
          <pc:sldMk cId="2812291187" sldId="314"/>
        </pc:sldMkLst>
        <pc:spChg chg="add mod">
          <ac:chgData name="Pooja S" userId="f973db088bdd34cb" providerId="LiveId" clId="{8E53D852-EB0D-4FAD-AC10-138349BAE3D9}" dt="2026-08-28T13:46:59.372" v="548" actId="115"/>
          <ac:spMkLst>
            <pc:docMk/>
            <pc:sldMk cId="2812291187" sldId="314"/>
            <ac:spMk id="3" creationId="{8E3F893E-0798-4586-3B41-E72DFE919C49}"/>
          </ac:spMkLst>
        </pc:spChg>
        <pc:picChg chg="add mod">
          <ac:chgData name="Pooja S" userId="f973db088bdd34cb" providerId="LiveId" clId="{8E53D852-EB0D-4FAD-AC10-138349BAE3D9}" dt="2026-08-28T13:44:47.286" v="524" actId="1076"/>
          <ac:picMkLst>
            <pc:docMk/>
            <pc:sldMk cId="2812291187" sldId="314"/>
            <ac:picMk id="5" creationId="{62BCBBFB-21F1-CA0E-0D77-F7FE4F34E02A}"/>
          </ac:picMkLst>
        </pc:picChg>
        <pc:picChg chg="add">
          <ac:chgData name="Pooja S" userId="f973db088bdd34cb" providerId="LiveId" clId="{8E53D852-EB0D-4FAD-AC10-138349BAE3D9}" dt="2026-08-28T13:45:11.766" v="530" actId="22"/>
          <ac:picMkLst>
            <pc:docMk/>
            <pc:sldMk cId="2812291187" sldId="314"/>
            <ac:picMk id="7" creationId="{4D8C2F6E-A675-8492-EFD2-576BF8021C55}"/>
          </ac:picMkLst>
        </pc:picChg>
      </pc:sldChg>
      <pc:sldChg chg="addSp modSp new mod">
        <pc:chgData name="Pooja S" userId="f973db088bdd34cb" providerId="LiveId" clId="{8E53D852-EB0D-4FAD-AC10-138349BAE3D9}" dt="2026-08-28T13:47:04.626" v="549" actId="115"/>
        <pc:sldMkLst>
          <pc:docMk/>
          <pc:sldMk cId="2757399206" sldId="315"/>
        </pc:sldMkLst>
        <pc:spChg chg="add mod">
          <ac:chgData name="Pooja S" userId="f973db088bdd34cb" providerId="LiveId" clId="{8E53D852-EB0D-4FAD-AC10-138349BAE3D9}" dt="2026-08-28T13:47:04.626" v="549" actId="115"/>
          <ac:spMkLst>
            <pc:docMk/>
            <pc:sldMk cId="2757399206" sldId="315"/>
            <ac:spMk id="3" creationId="{019552AD-5D03-5528-012B-94CCC85C69C5}"/>
          </ac:spMkLst>
        </pc:spChg>
        <pc:picChg chg="add mod">
          <ac:chgData name="Pooja S" userId="f973db088bdd34cb" providerId="LiveId" clId="{8E53D852-EB0D-4FAD-AC10-138349BAE3D9}" dt="2026-08-28T13:44:59.578" v="528" actId="1076"/>
          <ac:picMkLst>
            <pc:docMk/>
            <pc:sldMk cId="2757399206" sldId="315"/>
            <ac:picMk id="5" creationId="{D6410344-78DA-8C6F-2D66-424C8455D20E}"/>
          </ac:picMkLst>
        </pc:picChg>
        <pc:picChg chg="add mod">
          <ac:chgData name="Pooja S" userId="f973db088bdd34cb" providerId="LiveId" clId="{8E53D852-EB0D-4FAD-AC10-138349BAE3D9}" dt="2026-08-28T13:45:28.012" v="535" actId="14100"/>
          <ac:picMkLst>
            <pc:docMk/>
            <pc:sldMk cId="2757399206" sldId="315"/>
            <ac:picMk id="7" creationId="{61C5F5E6-6A94-A1F1-09DB-5709D6DD3F65}"/>
          </ac:picMkLst>
        </pc:picChg>
      </pc:sldChg>
      <pc:sldChg chg="new">
        <pc:chgData name="Pooja S" userId="f973db088bdd34cb" providerId="LiveId" clId="{8E53D852-EB0D-4FAD-AC10-138349BAE3D9}" dt="2026-08-28T13:47:23.090" v="552" actId="680"/>
        <pc:sldMkLst>
          <pc:docMk/>
          <pc:sldMk cId="1160562456" sldId="316"/>
        </pc:sldMkLst>
      </pc:sldChg>
      <pc:sldChg chg="new">
        <pc:chgData name="Pooja S" userId="f973db088bdd34cb" providerId="LiveId" clId="{8E53D852-EB0D-4FAD-AC10-138349BAE3D9}" dt="2026-08-28T13:47:31.127" v="553" actId="680"/>
        <pc:sldMkLst>
          <pc:docMk/>
          <pc:sldMk cId="2480141228" sldId="317"/>
        </pc:sldMkLst>
      </pc:sldChg>
      <pc:sldChg chg="new">
        <pc:chgData name="Pooja S" userId="f973db088bdd34cb" providerId="LiveId" clId="{8E53D852-EB0D-4FAD-AC10-138349BAE3D9}" dt="2026-08-28T13:47:43.477" v="554" actId="680"/>
        <pc:sldMkLst>
          <pc:docMk/>
          <pc:sldMk cId="21462604" sldId="318"/>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_rels/drawing1.xml.rels><?xml version="1.0" encoding="UTF-8" standalone="yes"?>
<Relationships xmlns="http://schemas.openxmlformats.org/package/2006/relationships"><Relationship Id="rId8" Type="http://schemas.openxmlformats.org/officeDocument/2006/relationships/image" Target="../media/image22.svg"/><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image" Target="../media/image16.svg"/><Relationship Id="rId1" Type="http://schemas.openxmlformats.org/officeDocument/2006/relationships/image" Target="../media/image15.png"/><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C27626B-194A-4754-BE52-7AC590E86DBF}" type="doc">
      <dgm:prSet loTypeId="urn:microsoft.com/office/officeart/2018/2/layout/IconVerticalSolidList" loCatId="icon" qsTypeId="urn:microsoft.com/office/officeart/2005/8/quickstyle/simple1#1" qsCatId="simple" csTypeId="urn:microsoft.com/office/officeart/2005/8/colors/accent1_2#1" csCatId="accent1" phldr="1"/>
      <dgm:spPr/>
      <dgm:t>
        <a:bodyPr/>
        <a:lstStyle/>
        <a:p>
          <a:endParaRPr lang="en-US"/>
        </a:p>
      </dgm:t>
    </dgm:pt>
    <dgm:pt modelId="{4CD55BE2-AFFF-4479-A647-22CF0302D421}">
      <dgm:prSet custT="1"/>
      <dgm:spPr/>
      <dgm:t>
        <a:bodyPr/>
        <a:lstStyle/>
        <a:p>
          <a:pPr>
            <a:lnSpc>
              <a:spcPct val="100000"/>
            </a:lnSpc>
          </a:pPr>
          <a:r>
            <a:rPr lang="en-IN" sz="2000" b="0">
              <a:latin typeface="Times New Roman"/>
              <a:cs typeface="Times New Roman"/>
            </a:rPr>
            <a:t>AgriVision provides intelligent crop recommendations using Data Science techniques.</a:t>
          </a:r>
          <a:endParaRPr lang="en-US" sz="2000" b="0">
            <a:latin typeface="Times New Roman"/>
            <a:cs typeface="Times New Roman"/>
          </a:endParaRPr>
        </a:p>
      </dgm:t>
    </dgm:pt>
    <dgm:pt modelId="{AD6EA85D-EE5F-4A20-90D9-52710E213048}" type="parTrans" cxnId="{1332684A-2B35-4834-872D-89BFDA6E0B05}">
      <dgm:prSet/>
      <dgm:spPr/>
      <dgm:t>
        <a:bodyPr/>
        <a:lstStyle/>
        <a:p>
          <a:endParaRPr lang="en-US"/>
        </a:p>
      </dgm:t>
    </dgm:pt>
    <dgm:pt modelId="{0F210DD2-CC2A-4799-9793-32F0557D7503}" type="sibTrans" cxnId="{1332684A-2B35-4834-872D-89BFDA6E0B05}">
      <dgm:prSet/>
      <dgm:spPr/>
      <dgm:t>
        <a:bodyPr/>
        <a:lstStyle/>
        <a:p>
          <a:endParaRPr lang="en-US"/>
        </a:p>
      </dgm:t>
    </dgm:pt>
    <dgm:pt modelId="{A7033F47-A681-4F7B-A9C4-F4CABF0A7B93}">
      <dgm:prSet custT="1"/>
      <dgm:spPr/>
      <dgm:t>
        <a:bodyPr/>
        <a:lstStyle/>
        <a:p>
          <a:pPr>
            <a:lnSpc>
              <a:spcPct val="100000"/>
            </a:lnSpc>
          </a:pPr>
          <a:r>
            <a:rPr lang="en-IN" sz="2000" b="0">
              <a:latin typeface="Times New Roman"/>
              <a:cs typeface="Times New Roman"/>
            </a:rPr>
            <a:t>The platform improves crop productivity by analyzing soil, weather, and historical data.</a:t>
          </a:r>
          <a:endParaRPr lang="en-US" sz="2000" b="0">
            <a:latin typeface="Times New Roman"/>
            <a:cs typeface="Times New Roman"/>
          </a:endParaRPr>
        </a:p>
      </dgm:t>
    </dgm:pt>
    <dgm:pt modelId="{698859D3-777A-4B19-A59D-D2616B5197B3}" type="parTrans" cxnId="{C284B604-102A-4C55-8070-47BF171A483D}">
      <dgm:prSet/>
      <dgm:spPr/>
      <dgm:t>
        <a:bodyPr/>
        <a:lstStyle/>
        <a:p>
          <a:endParaRPr lang="en-US"/>
        </a:p>
      </dgm:t>
    </dgm:pt>
    <dgm:pt modelId="{63948FF9-57C3-4F1B-95EA-87FAEF13BD32}" type="sibTrans" cxnId="{C284B604-102A-4C55-8070-47BF171A483D}">
      <dgm:prSet/>
      <dgm:spPr/>
      <dgm:t>
        <a:bodyPr/>
        <a:lstStyle/>
        <a:p>
          <a:endParaRPr lang="en-US"/>
        </a:p>
      </dgm:t>
    </dgm:pt>
    <dgm:pt modelId="{5F548E47-B9B6-4EB9-8016-831103F8607B}">
      <dgm:prSet custT="1"/>
      <dgm:spPr/>
      <dgm:t>
        <a:bodyPr/>
        <a:lstStyle/>
        <a:p>
          <a:pPr>
            <a:lnSpc>
              <a:spcPct val="100000"/>
            </a:lnSpc>
          </a:pPr>
          <a:r>
            <a:rPr lang="en-IN" sz="2000" b="0">
              <a:latin typeface="Times New Roman"/>
              <a:cs typeface="Times New Roman"/>
            </a:rPr>
            <a:t>Interactive dashboards and reports make agricultural information easy to understand and interpret. </a:t>
          </a:r>
        </a:p>
      </dgm:t>
    </dgm:pt>
    <dgm:pt modelId="{EA0ED588-61BA-4919-BFE9-C2E0877CD14B}" type="parTrans" cxnId="{C3390944-CCB6-4339-A2A8-300BA6164269}">
      <dgm:prSet/>
      <dgm:spPr/>
      <dgm:t>
        <a:bodyPr/>
        <a:lstStyle/>
        <a:p>
          <a:endParaRPr lang="en-US"/>
        </a:p>
      </dgm:t>
    </dgm:pt>
    <dgm:pt modelId="{EC71C220-0C9D-4FD8-8B20-0F9EDEBF38D8}" type="sibTrans" cxnId="{C3390944-CCB6-4339-A2A8-300BA6164269}">
      <dgm:prSet/>
      <dgm:spPr/>
      <dgm:t>
        <a:bodyPr/>
        <a:lstStyle/>
        <a:p>
          <a:endParaRPr lang="en-US"/>
        </a:p>
      </dgm:t>
    </dgm:pt>
    <dgm:pt modelId="{25F2D199-A6A1-4AF7-91C9-84B636C0001B}">
      <dgm:prSet custT="1"/>
      <dgm:spPr/>
      <dgm:t>
        <a:bodyPr/>
        <a:lstStyle/>
        <a:p>
          <a:pPr>
            <a:lnSpc>
              <a:spcPct val="100000"/>
            </a:lnSpc>
          </a:pPr>
          <a:r>
            <a:rPr lang="en-IN" sz="2000" b="0">
              <a:latin typeface="Times New Roman"/>
              <a:cs typeface="Times New Roman"/>
            </a:rPr>
            <a:t>The platform promotes sustainable agricultural practices by enabling data-driven analysis aligned with </a:t>
          </a:r>
          <a:r>
            <a:rPr lang="en-IN" sz="1800" b="0">
              <a:latin typeface="Times New Roman"/>
              <a:cs typeface="Times New Roman"/>
            </a:rPr>
            <a:t>SDG 2: Zero Hunger. </a:t>
          </a:r>
        </a:p>
      </dgm:t>
    </dgm:pt>
    <dgm:pt modelId="{AB0EC5C5-A70C-42F3-AD68-954A4624C14C}" type="parTrans" cxnId="{37CD92B3-74C9-4C57-B902-A8858C110193}">
      <dgm:prSet/>
      <dgm:spPr/>
      <dgm:t>
        <a:bodyPr/>
        <a:lstStyle/>
        <a:p>
          <a:endParaRPr lang="en-US"/>
        </a:p>
      </dgm:t>
    </dgm:pt>
    <dgm:pt modelId="{81DE065F-B604-4F5D-948D-6870F7DAE8C1}" type="sibTrans" cxnId="{37CD92B3-74C9-4C57-B902-A8858C110193}">
      <dgm:prSet/>
      <dgm:spPr/>
      <dgm:t>
        <a:bodyPr/>
        <a:lstStyle/>
        <a:p>
          <a:endParaRPr lang="en-US"/>
        </a:p>
      </dgm:t>
    </dgm:pt>
    <dgm:pt modelId="{29183B5B-E6CE-43AF-8AC9-A128A23F46BC}">
      <dgm:prSet phldrT="[Text]" custT="1"/>
      <dgm:spPr/>
      <dgm:t>
        <a:bodyPr/>
        <a:lstStyle/>
        <a:p>
          <a:pPr>
            <a:lnSpc>
              <a:spcPct val="100000"/>
            </a:lnSpc>
          </a:pPr>
          <a:r>
            <a:rPr lang="en-IN" sz="2000" b="0" err="1">
              <a:latin typeface="Times New Roman"/>
              <a:cs typeface="Times New Roman"/>
            </a:rPr>
            <a:t>AgriVision</a:t>
          </a:r>
          <a:r>
            <a:rPr lang="en-IN" sz="2000" b="0">
              <a:latin typeface="Times New Roman"/>
              <a:cs typeface="Times New Roman"/>
            </a:rPr>
            <a:t> serves as a practical Data Science application for agricultural analytics without relying on machine learning.</a:t>
          </a:r>
          <a:endParaRPr lang="en-US" sz="2000" b="0">
            <a:latin typeface="Times New Roman"/>
            <a:cs typeface="Times New Roman"/>
          </a:endParaRPr>
        </a:p>
      </dgm:t>
    </dgm:pt>
    <dgm:pt modelId="{271ED99D-D6A1-4D8A-BBDD-5A9993C17D0A}" type="parTrans" cxnId="{01C59F74-7626-BA4F-825C-3CB2F7F4334E}">
      <dgm:prSet/>
      <dgm:spPr/>
    </dgm:pt>
    <dgm:pt modelId="{F3A2AA7F-2FB7-44C5-ABE3-0858BF68D748}" type="sibTrans" cxnId="{01C59F74-7626-BA4F-825C-3CB2F7F4334E}">
      <dgm:prSet/>
      <dgm:spPr/>
    </dgm:pt>
    <dgm:pt modelId="{5E6EA098-2857-4103-B0AE-6D298BBAD32F}" type="pres">
      <dgm:prSet presAssocID="{CC27626B-194A-4754-BE52-7AC590E86DBF}" presName="root" presStyleCnt="0">
        <dgm:presLayoutVars>
          <dgm:dir/>
          <dgm:resizeHandles val="exact"/>
        </dgm:presLayoutVars>
      </dgm:prSet>
      <dgm:spPr/>
    </dgm:pt>
    <dgm:pt modelId="{22B9DA92-3258-4714-8AD9-711FC14E496D}" type="pres">
      <dgm:prSet presAssocID="{4CD55BE2-AFFF-4479-A647-22CF0302D421}" presName="compNode" presStyleCnt="0"/>
      <dgm:spPr/>
    </dgm:pt>
    <dgm:pt modelId="{BE369AA4-9CA1-4174-99A1-6615E119BEFE}" type="pres">
      <dgm:prSet presAssocID="{4CD55BE2-AFFF-4479-A647-22CF0302D421}" presName="bgRect" presStyleLbl="bgShp" presStyleIdx="0" presStyleCnt="5"/>
      <dgm:spPr/>
    </dgm:pt>
    <dgm:pt modelId="{F3CE8F26-2C06-4552-8956-4572E1B841F7}" type="pres">
      <dgm:prSet presAssocID="{4CD55BE2-AFFF-4479-A647-22CF0302D421}"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eeds"/>
        </a:ext>
      </dgm:extLst>
    </dgm:pt>
    <dgm:pt modelId="{55F9F0D9-7DD3-4A9B-9261-991992C3E9BE}" type="pres">
      <dgm:prSet presAssocID="{4CD55BE2-AFFF-4479-A647-22CF0302D421}" presName="spaceRect" presStyleCnt="0"/>
      <dgm:spPr/>
    </dgm:pt>
    <dgm:pt modelId="{5AF9EB7A-8223-4331-8923-55F2E14930CF}" type="pres">
      <dgm:prSet presAssocID="{4CD55BE2-AFFF-4479-A647-22CF0302D421}" presName="parTx" presStyleLbl="revTx" presStyleIdx="0" presStyleCnt="5">
        <dgm:presLayoutVars>
          <dgm:chMax val="0"/>
          <dgm:chPref val="0"/>
        </dgm:presLayoutVars>
      </dgm:prSet>
      <dgm:spPr/>
    </dgm:pt>
    <dgm:pt modelId="{53429487-78DE-4385-AD06-4E1A76562FB7}" type="pres">
      <dgm:prSet presAssocID="{0F210DD2-CC2A-4799-9793-32F0557D7503}" presName="sibTrans" presStyleCnt="0"/>
      <dgm:spPr/>
    </dgm:pt>
    <dgm:pt modelId="{31FF6FE8-8B4E-41CE-B8BC-BAF73D240AF7}" type="pres">
      <dgm:prSet presAssocID="{A7033F47-A681-4F7B-A9C4-F4CABF0A7B93}" presName="compNode" presStyleCnt="0"/>
      <dgm:spPr/>
    </dgm:pt>
    <dgm:pt modelId="{D671337D-89E5-47D3-8F07-F31DC2E03E1C}" type="pres">
      <dgm:prSet presAssocID="{A7033F47-A681-4F7B-A9C4-F4CABF0A7B93}" presName="bgRect" presStyleLbl="bgShp" presStyleIdx="1" presStyleCnt="5"/>
      <dgm:spPr/>
    </dgm:pt>
    <dgm:pt modelId="{FBFD0FDA-90A7-413E-B6C7-E7BC0042F9FA}" type="pres">
      <dgm:prSet presAssocID="{A7033F47-A681-4F7B-A9C4-F4CABF0A7B93}"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Tractor"/>
        </a:ext>
      </dgm:extLst>
    </dgm:pt>
    <dgm:pt modelId="{6B0C9C3C-2421-4E40-A8DD-C8BC06B83B98}" type="pres">
      <dgm:prSet presAssocID="{A7033F47-A681-4F7B-A9C4-F4CABF0A7B93}" presName="spaceRect" presStyleCnt="0"/>
      <dgm:spPr/>
    </dgm:pt>
    <dgm:pt modelId="{DE7378AF-E1ED-4446-8DD5-2ED57E51C3D1}" type="pres">
      <dgm:prSet presAssocID="{A7033F47-A681-4F7B-A9C4-F4CABF0A7B93}" presName="parTx" presStyleLbl="revTx" presStyleIdx="1" presStyleCnt="5">
        <dgm:presLayoutVars>
          <dgm:chMax val="0"/>
          <dgm:chPref val="0"/>
        </dgm:presLayoutVars>
      </dgm:prSet>
      <dgm:spPr/>
    </dgm:pt>
    <dgm:pt modelId="{14B27AF9-52FA-4CDE-BFA2-72FFFDCCB77B}" type="pres">
      <dgm:prSet presAssocID="{63948FF9-57C3-4F1B-95EA-87FAEF13BD32}" presName="sibTrans" presStyleCnt="0"/>
      <dgm:spPr/>
    </dgm:pt>
    <dgm:pt modelId="{3243DB4B-795F-47AC-A75B-3A2716425482}" type="pres">
      <dgm:prSet presAssocID="{5F548E47-B9B6-4EB9-8016-831103F8607B}" presName="compNode" presStyleCnt="0"/>
      <dgm:spPr/>
    </dgm:pt>
    <dgm:pt modelId="{D2C7BEB6-6899-4D8C-8E2A-E240232C1984}" type="pres">
      <dgm:prSet presAssocID="{5F548E47-B9B6-4EB9-8016-831103F8607B}" presName="bgRect" presStyleLbl="bgShp" presStyleIdx="2" presStyleCnt="5"/>
      <dgm:spPr/>
    </dgm:pt>
    <dgm:pt modelId="{2BCA0F4F-CFBC-48F0-81D4-B53D8813A961}" type="pres">
      <dgm:prSet presAssocID="{5F548E47-B9B6-4EB9-8016-831103F8607B}"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Plant"/>
        </a:ext>
      </dgm:extLst>
    </dgm:pt>
    <dgm:pt modelId="{5C1A5AB9-A09D-4916-B08A-5CBAE6E04EB7}" type="pres">
      <dgm:prSet presAssocID="{5F548E47-B9B6-4EB9-8016-831103F8607B}" presName="spaceRect" presStyleCnt="0"/>
      <dgm:spPr/>
    </dgm:pt>
    <dgm:pt modelId="{8DF43D3C-38F9-4FF3-BE1B-E758BFE08DAA}" type="pres">
      <dgm:prSet presAssocID="{5F548E47-B9B6-4EB9-8016-831103F8607B}" presName="parTx" presStyleLbl="revTx" presStyleIdx="2" presStyleCnt="5">
        <dgm:presLayoutVars>
          <dgm:chMax val="0"/>
          <dgm:chPref val="0"/>
        </dgm:presLayoutVars>
      </dgm:prSet>
      <dgm:spPr/>
    </dgm:pt>
    <dgm:pt modelId="{12F87384-936F-4582-B923-2F6563A32CDD}" type="pres">
      <dgm:prSet presAssocID="{EC71C220-0C9D-4FD8-8B20-0F9EDEBF38D8}" presName="sibTrans" presStyleCnt="0"/>
      <dgm:spPr/>
    </dgm:pt>
    <dgm:pt modelId="{56C47C35-A91E-4FF8-9211-157DF1A5F80B}" type="pres">
      <dgm:prSet presAssocID="{25F2D199-A6A1-4AF7-91C9-84B636C0001B}" presName="compNode" presStyleCnt="0"/>
      <dgm:spPr/>
    </dgm:pt>
    <dgm:pt modelId="{D10F18D6-FC80-4603-A87D-5FBAC4AFEF0D}" type="pres">
      <dgm:prSet presAssocID="{25F2D199-A6A1-4AF7-91C9-84B636C0001B}" presName="bgRect" presStyleLbl="bgShp" presStyleIdx="3" presStyleCnt="5"/>
      <dgm:spPr/>
    </dgm:pt>
    <dgm:pt modelId="{02BC1863-0720-40B6-AAB2-7D8CFFBBEB8D}" type="pres">
      <dgm:prSet presAssocID="{25F2D199-A6A1-4AF7-91C9-84B636C0001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Farm scene"/>
        </a:ext>
      </dgm:extLst>
    </dgm:pt>
    <dgm:pt modelId="{BF073D05-7361-4DFB-882E-54CECE8AC02C}" type="pres">
      <dgm:prSet presAssocID="{25F2D199-A6A1-4AF7-91C9-84B636C0001B}" presName="spaceRect" presStyleCnt="0"/>
      <dgm:spPr/>
    </dgm:pt>
    <dgm:pt modelId="{864D0305-937B-41D9-89CA-AC3D229F34F7}" type="pres">
      <dgm:prSet presAssocID="{25F2D199-A6A1-4AF7-91C9-84B636C0001B}" presName="parTx" presStyleLbl="revTx" presStyleIdx="3" presStyleCnt="5">
        <dgm:presLayoutVars>
          <dgm:chMax val="0"/>
          <dgm:chPref val="0"/>
        </dgm:presLayoutVars>
      </dgm:prSet>
      <dgm:spPr/>
    </dgm:pt>
    <dgm:pt modelId="{0733EB68-140F-4986-BCD5-B2AB9C87CD5D}" type="pres">
      <dgm:prSet presAssocID="{81DE065F-B604-4F5D-948D-6870F7DAE8C1}" presName="sibTrans" presStyleCnt="0"/>
      <dgm:spPr/>
    </dgm:pt>
    <dgm:pt modelId="{FC5FCA3C-9EE7-49FA-9195-648C87B80B15}" type="pres">
      <dgm:prSet presAssocID="{29183B5B-E6CE-43AF-8AC9-A128A23F46BC}" presName="compNode" presStyleCnt="0"/>
      <dgm:spPr/>
    </dgm:pt>
    <dgm:pt modelId="{09D2C48A-73E1-4957-BA58-1A96649A4585}" type="pres">
      <dgm:prSet presAssocID="{29183B5B-E6CE-43AF-8AC9-A128A23F46BC}" presName="bgRect" presStyleLbl="bgShp" presStyleIdx="4" presStyleCnt="5"/>
      <dgm:spPr/>
    </dgm:pt>
    <dgm:pt modelId="{093788A0-E2FB-4E61-8FF6-F09D30B0E6F0}" type="pres">
      <dgm:prSet presAssocID="{29183B5B-E6CE-43AF-8AC9-A128A23F46BC}" presName="iconRect" presStyleLbl="node1" presStyleIdx="4" presStyleCnt="5"/>
      <dgm:spPr/>
    </dgm:pt>
    <dgm:pt modelId="{BDE63CDF-7FF0-4209-9C7B-C544AA34BE60}" type="pres">
      <dgm:prSet presAssocID="{29183B5B-E6CE-43AF-8AC9-A128A23F46BC}" presName="spaceRect" presStyleCnt="0"/>
      <dgm:spPr/>
    </dgm:pt>
    <dgm:pt modelId="{8C12A3C7-9512-4C63-89A2-7B2F9709A6BE}" type="pres">
      <dgm:prSet presAssocID="{29183B5B-E6CE-43AF-8AC9-A128A23F46BC}" presName="parTx" presStyleLbl="revTx" presStyleIdx="4" presStyleCnt="5">
        <dgm:presLayoutVars>
          <dgm:chMax val="0"/>
          <dgm:chPref val="0"/>
        </dgm:presLayoutVars>
      </dgm:prSet>
      <dgm:spPr/>
    </dgm:pt>
  </dgm:ptLst>
  <dgm:cxnLst>
    <dgm:cxn modelId="{C284B604-102A-4C55-8070-47BF171A483D}" srcId="{CC27626B-194A-4754-BE52-7AC590E86DBF}" destId="{A7033F47-A681-4F7B-A9C4-F4CABF0A7B93}" srcOrd="1" destOrd="0" parTransId="{698859D3-777A-4B19-A59D-D2616B5197B3}" sibTransId="{63948FF9-57C3-4F1B-95EA-87FAEF13BD32}"/>
    <dgm:cxn modelId="{F9980517-5C36-4445-B3BB-4D66C1E48B97}" type="presOf" srcId="{4CD55BE2-AFFF-4479-A647-22CF0302D421}" destId="{5AF9EB7A-8223-4331-8923-55F2E14930CF}" srcOrd="0" destOrd="0" presId="urn:microsoft.com/office/officeart/2018/2/layout/IconVerticalSolidList"/>
    <dgm:cxn modelId="{214B1237-A471-47DF-B2AA-6200F8A565EF}" type="presOf" srcId="{5F548E47-B9B6-4EB9-8016-831103F8607B}" destId="{8DF43D3C-38F9-4FF3-BE1B-E758BFE08DAA}" srcOrd="0" destOrd="0" presId="urn:microsoft.com/office/officeart/2018/2/layout/IconVerticalSolidList"/>
    <dgm:cxn modelId="{ED6BEE5B-AA8D-4181-800F-252E73015AA4}" type="presOf" srcId="{A7033F47-A681-4F7B-A9C4-F4CABF0A7B93}" destId="{DE7378AF-E1ED-4446-8DD5-2ED57E51C3D1}" srcOrd="0" destOrd="0" presId="urn:microsoft.com/office/officeart/2018/2/layout/IconVerticalSolidList"/>
    <dgm:cxn modelId="{A40EAE42-F38B-4549-9CA5-FED0FA2ED163}" type="presOf" srcId="{CC27626B-194A-4754-BE52-7AC590E86DBF}" destId="{5E6EA098-2857-4103-B0AE-6D298BBAD32F}" srcOrd="0" destOrd="0" presId="urn:microsoft.com/office/officeart/2018/2/layout/IconVerticalSolidList"/>
    <dgm:cxn modelId="{C3390944-CCB6-4339-A2A8-300BA6164269}" srcId="{CC27626B-194A-4754-BE52-7AC590E86DBF}" destId="{5F548E47-B9B6-4EB9-8016-831103F8607B}" srcOrd="2" destOrd="0" parTransId="{EA0ED588-61BA-4919-BFE9-C2E0877CD14B}" sibTransId="{EC71C220-0C9D-4FD8-8B20-0F9EDEBF38D8}"/>
    <dgm:cxn modelId="{1332684A-2B35-4834-872D-89BFDA6E0B05}" srcId="{CC27626B-194A-4754-BE52-7AC590E86DBF}" destId="{4CD55BE2-AFFF-4479-A647-22CF0302D421}" srcOrd="0" destOrd="0" parTransId="{AD6EA85D-EE5F-4A20-90D9-52710E213048}" sibTransId="{0F210DD2-CC2A-4799-9793-32F0557D7503}"/>
    <dgm:cxn modelId="{01C59F74-7626-BA4F-825C-3CB2F7F4334E}" srcId="{CC27626B-194A-4754-BE52-7AC590E86DBF}" destId="{29183B5B-E6CE-43AF-8AC9-A128A23F46BC}" srcOrd="4" destOrd="0" parTransId="{271ED99D-D6A1-4D8A-BBDD-5A9993C17D0A}" sibTransId="{F3A2AA7F-2FB7-44C5-ABE3-0858BF68D748}"/>
    <dgm:cxn modelId="{AB751E9B-AAB7-B64C-B8A2-EE8224509A26}" type="presOf" srcId="{29183B5B-E6CE-43AF-8AC9-A128A23F46BC}" destId="{8C12A3C7-9512-4C63-89A2-7B2F9709A6BE}" srcOrd="0" destOrd="0" presId="urn:microsoft.com/office/officeart/2018/2/layout/IconVerticalSolidList"/>
    <dgm:cxn modelId="{37CD92B3-74C9-4C57-B902-A8858C110193}" srcId="{CC27626B-194A-4754-BE52-7AC590E86DBF}" destId="{25F2D199-A6A1-4AF7-91C9-84B636C0001B}" srcOrd="3" destOrd="0" parTransId="{AB0EC5C5-A70C-42F3-AD68-954A4624C14C}" sibTransId="{81DE065F-B604-4F5D-948D-6870F7DAE8C1}"/>
    <dgm:cxn modelId="{DB013BBF-4732-49A2-9863-D758F09FA2BF}" type="presOf" srcId="{25F2D199-A6A1-4AF7-91C9-84B636C0001B}" destId="{864D0305-937B-41D9-89CA-AC3D229F34F7}" srcOrd="0" destOrd="0" presId="urn:microsoft.com/office/officeart/2018/2/layout/IconVerticalSolidList"/>
    <dgm:cxn modelId="{7D715F45-DCF3-497F-9743-DC9393B324C9}" type="presParOf" srcId="{5E6EA098-2857-4103-B0AE-6D298BBAD32F}" destId="{22B9DA92-3258-4714-8AD9-711FC14E496D}" srcOrd="0" destOrd="0" presId="urn:microsoft.com/office/officeart/2018/2/layout/IconVerticalSolidList"/>
    <dgm:cxn modelId="{0F89B036-6470-44DF-A894-16188B73F40E}" type="presParOf" srcId="{22B9DA92-3258-4714-8AD9-711FC14E496D}" destId="{BE369AA4-9CA1-4174-99A1-6615E119BEFE}" srcOrd="0" destOrd="0" presId="urn:microsoft.com/office/officeart/2018/2/layout/IconVerticalSolidList"/>
    <dgm:cxn modelId="{0BA16C3C-BA3D-4C0F-A237-C741E4F50529}" type="presParOf" srcId="{22B9DA92-3258-4714-8AD9-711FC14E496D}" destId="{F3CE8F26-2C06-4552-8956-4572E1B841F7}" srcOrd="1" destOrd="0" presId="urn:microsoft.com/office/officeart/2018/2/layout/IconVerticalSolidList"/>
    <dgm:cxn modelId="{DBEDCF9A-EAB1-4D0C-93C3-80092FBD43D8}" type="presParOf" srcId="{22B9DA92-3258-4714-8AD9-711FC14E496D}" destId="{55F9F0D9-7DD3-4A9B-9261-991992C3E9BE}" srcOrd="2" destOrd="0" presId="urn:microsoft.com/office/officeart/2018/2/layout/IconVerticalSolidList"/>
    <dgm:cxn modelId="{894A5FC4-80E5-41E7-A4DB-491343ECEA2A}" type="presParOf" srcId="{22B9DA92-3258-4714-8AD9-711FC14E496D}" destId="{5AF9EB7A-8223-4331-8923-55F2E14930CF}" srcOrd="3" destOrd="0" presId="urn:microsoft.com/office/officeart/2018/2/layout/IconVerticalSolidList"/>
    <dgm:cxn modelId="{0C769484-195A-4DAD-B071-10D1D3EBE95B}" type="presParOf" srcId="{5E6EA098-2857-4103-B0AE-6D298BBAD32F}" destId="{53429487-78DE-4385-AD06-4E1A76562FB7}" srcOrd="1" destOrd="0" presId="urn:microsoft.com/office/officeart/2018/2/layout/IconVerticalSolidList"/>
    <dgm:cxn modelId="{E7E282AB-03AD-4E0C-BEC4-7F4CF3295BEC}" type="presParOf" srcId="{5E6EA098-2857-4103-B0AE-6D298BBAD32F}" destId="{31FF6FE8-8B4E-41CE-B8BC-BAF73D240AF7}" srcOrd="2" destOrd="0" presId="urn:microsoft.com/office/officeart/2018/2/layout/IconVerticalSolidList"/>
    <dgm:cxn modelId="{35BF60D7-27F3-43D4-A94C-602DFF78BAF9}" type="presParOf" srcId="{31FF6FE8-8B4E-41CE-B8BC-BAF73D240AF7}" destId="{D671337D-89E5-47D3-8F07-F31DC2E03E1C}" srcOrd="0" destOrd="0" presId="urn:microsoft.com/office/officeart/2018/2/layout/IconVerticalSolidList"/>
    <dgm:cxn modelId="{5A436169-9602-4F0C-B7BA-AB3C7A0EC51D}" type="presParOf" srcId="{31FF6FE8-8B4E-41CE-B8BC-BAF73D240AF7}" destId="{FBFD0FDA-90A7-413E-B6C7-E7BC0042F9FA}" srcOrd="1" destOrd="0" presId="urn:microsoft.com/office/officeart/2018/2/layout/IconVerticalSolidList"/>
    <dgm:cxn modelId="{E5214905-B914-4423-A967-2A4CB71F4638}" type="presParOf" srcId="{31FF6FE8-8B4E-41CE-B8BC-BAF73D240AF7}" destId="{6B0C9C3C-2421-4E40-A8DD-C8BC06B83B98}" srcOrd="2" destOrd="0" presId="urn:microsoft.com/office/officeart/2018/2/layout/IconVerticalSolidList"/>
    <dgm:cxn modelId="{C965B1E9-A6A4-4041-9C08-27043DFB2270}" type="presParOf" srcId="{31FF6FE8-8B4E-41CE-B8BC-BAF73D240AF7}" destId="{DE7378AF-E1ED-4446-8DD5-2ED57E51C3D1}" srcOrd="3" destOrd="0" presId="urn:microsoft.com/office/officeart/2018/2/layout/IconVerticalSolidList"/>
    <dgm:cxn modelId="{D1CB8788-A0DD-489F-9F67-FF2C1895141C}" type="presParOf" srcId="{5E6EA098-2857-4103-B0AE-6D298BBAD32F}" destId="{14B27AF9-52FA-4CDE-BFA2-72FFFDCCB77B}" srcOrd="3" destOrd="0" presId="urn:microsoft.com/office/officeart/2018/2/layout/IconVerticalSolidList"/>
    <dgm:cxn modelId="{B533A20D-C529-477C-9FC5-9AFCDA8B893F}" type="presParOf" srcId="{5E6EA098-2857-4103-B0AE-6D298BBAD32F}" destId="{3243DB4B-795F-47AC-A75B-3A2716425482}" srcOrd="4" destOrd="0" presId="urn:microsoft.com/office/officeart/2018/2/layout/IconVerticalSolidList"/>
    <dgm:cxn modelId="{FDF3B3F6-5602-4D08-9A76-3E11585C21C4}" type="presParOf" srcId="{3243DB4B-795F-47AC-A75B-3A2716425482}" destId="{D2C7BEB6-6899-4D8C-8E2A-E240232C1984}" srcOrd="0" destOrd="0" presId="urn:microsoft.com/office/officeart/2018/2/layout/IconVerticalSolidList"/>
    <dgm:cxn modelId="{F1215D43-9EAD-454C-BC1C-E21EFD4FBE8B}" type="presParOf" srcId="{3243DB4B-795F-47AC-A75B-3A2716425482}" destId="{2BCA0F4F-CFBC-48F0-81D4-B53D8813A961}" srcOrd="1" destOrd="0" presId="urn:microsoft.com/office/officeart/2018/2/layout/IconVerticalSolidList"/>
    <dgm:cxn modelId="{078E229A-4168-4821-B95C-3845E6560C43}" type="presParOf" srcId="{3243DB4B-795F-47AC-A75B-3A2716425482}" destId="{5C1A5AB9-A09D-4916-B08A-5CBAE6E04EB7}" srcOrd="2" destOrd="0" presId="urn:microsoft.com/office/officeart/2018/2/layout/IconVerticalSolidList"/>
    <dgm:cxn modelId="{6B9E06BE-28D8-4317-B037-7AAA3E7CBD2F}" type="presParOf" srcId="{3243DB4B-795F-47AC-A75B-3A2716425482}" destId="{8DF43D3C-38F9-4FF3-BE1B-E758BFE08DAA}" srcOrd="3" destOrd="0" presId="urn:microsoft.com/office/officeart/2018/2/layout/IconVerticalSolidList"/>
    <dgm:cxn modelId="{CF1938F1-FAC6-41DE-94A0-4F51076C9090}" type="presParOf" srcId="{5E6EA098-2857-4103-B0AE-6D298BBAD32F}" destId="{12F87384-936F-4582-B923-2F6563A32CDD}" srcOrd="5" destOrd="0" presId="urn:microsoft.com/office/officeart/2018/2/layout/IconVerticalSolidList"/>
    <dgm:cxn modelId="{98AD3E58-96FC-4254-A1A2-270C1E4F53C7}" type="presParOf" srcId="{5E6EA098-2857-4103-B0AE-6D298BBAD32F}" destId="{56C47C35-A91E-4FF8-9211-157DF1A5F80B}" srcOrd="6" destOrd="0" presId="urn:microsoft.com/office/officeart/2018/2/layout/IconVerticalSolidList"/>
    <dgm:cxn modelId="{AEC80232-F38C-48C1-B90B-3700ADB658D9}" type="presParOf" srcId="{56C47C35-A91E-4FF8-9211-157DF1A5F80B}" destId="{D10F18D6-FC80-4603-A87D-5FBAC4AFEF0D}" srcOrd="0" destOrd="0" presId="urn:microsoft.com/office/officeart/2018/2/layout/IconVerticalSolidList"/>
    <dgm:cxn modelId="{64893E0E-0052-4BA4-8EC0-B3669CBDE207}" type="presParOf" srcId="{56C47C35-A91E-4FF8-9211-157DF1A5F80B}" destId="{02BC1863-0720-40B6-AAB2-7D8CFFBBEB8D}" srcOrd="1" destOrd="0" presId="urn:microsoft.com/office/officeart/2018/2/layout/IconVerticalSolidList"/>
    <dgm:cxn modelId="{327B3C90-B940-4865-83A4-956CB6C145C5}" type="presParOf" srcId="{56C47C35-A91E-4FF8-9211-157DF1A5F80B}" destId="{BF073D05-7361-4DFB-882E-54CECE8AC02C}" srcOrd="2" destOrd="0" presId="urn:microsoft.com/office/officeart/2018/2/layout/IconVerticalSolidList"/>
    <dgm:cxn modelId="{1E963286-C4B6-46F5-8E1D-D3A9997D6ECB}" type="presParOf" srcId="{56C47C35-A91E-4FF8-9211-157DF1A5F80B}" destId="{864D0305-937B-41D9-89CA-AC3D229F34F7}" srcOrd="3" destOrd="0" presId="urn:microsoft.com/office/officeart/2018/2/layout/IconVerticalSolidList"/>
    <dgm:cxn modelId="{BF4C784B-6647-B84C-BDD3-F9E5E219EC19}" type="presParOf" srcId="{5E6EA098-2857-4103-B0AE-6D298BBAD32F}" destId="{0733EB68-140F-4986-BCD5-B2AB9C87CD5D}" srcOrd="7" destOrd="0" presId="urn:microsoft.com/office/officeart/2018/2/layout/IconVerticalSolidList"/>
    <dgm:cxn modelId="{C5F08EDE-7782-9342-BEBF-A4FD0D65CE4B}" type="presParOf" srcId="{5E6EA098-2857-4103-B0AE-6D298BBAD32F}" destId="{FC5FCA3C-9EE7-49FA-9195-648C87B80B15}" srcOrd="8" destOrd="0" presId="urn:microsoft.com/office/officeart/2018/2/layout/IconVerticalSolidList"/>
    <dgm:cxn modelId="{A0C8D3AB-24B6-074E-A66E-0E0557B40907}" type="presParOf" srcId="{FC5FCA3C-9EE7-49FA-9195-648C87B80B15}" destId="{09D2C48A-73E1-4957-BA58-1A96649A4585}" srcOrd="0" destOrd="0" presId="urn:microsoft.com/office/officeart/2018/2/layout/IconVerticalSolidList"/>
    <dgm:cxn modelId="{C5DB0A5E-479E-4841-AEE3-C269C4915F2C}" type="presParOf" srcId="{FC5FCA3C-9EE7-49FA-9195-648C87B80B15}" destId="{093788A0-E2FB-4E61-8FF6-F09D30B0E6F0}" srcOrd="1" destOrd="0" presId="urn:microsoft.com/office/officeart/2018/2/layout/IconVerticalSolidList"/>
    <dgm:cxn modelId="{D98024C2-F110-104D-BAED-C1C9B40203B7}" type="presParOf" srcId="{FC5FCA3C-9EE7-49FA-9195-648C87B80B15}" destId="{BDE63CDF-7FF0-4209-9C7B-C544AA34BE60}" srcOrd="2" destOrd="0" presId="urn:microsoft.com/office/officeart/2018/2/layout/IconVerticalSolidList"/>
    <dgm:cxn modelId="{BCE285AA-E2C6-BB4D-AB29-80A7CE8603CF}" type="presParOf" srcId="{FC5FCA3C-9EE7-49FA-9195-648C87B80B15}" destId="{8C12A3C7-9512-4C63-89A2-7B2F9709A6BE}"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E369AA4-9CA1-4174-99A1-6615E119BEFE}">
      <dsp:nvSpPr>
        <dsp:cNvPr id="0" name=""/>
        <dsp:cNvSpPr/>
      </dsp:nvSpPr>
      <dsp:spPr>
        <a:xfrm>
          <a:off x="0" y="5436"/>
          <a:ext cx="10608609" cy="67037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3CE8F26-2C06-4552-8956-4572E1B841F7}">
      <dsp:nvSpPr>
        <dsp:cNvPr id="0" name=""/>
        <dsp:cNvSpPr/>
      </dsp:nvSpPr>
      <dsp:spPr>
        <a:xfrm>
          <a:off x="202789" y="156271"/>
          <a:ext cx="369068" cy="36870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AF9EB7A-8223-4331-8923-55F2E14930CF}">
      <dsp:nvSpPr>
        <dsp:cNvPr id="0" name=""/>
        <dsp:cNvSpPr/>
      </dsp:nvSpPr>
      <dsp:spPr>
        <a:xfrm>
          <a:off x="774647" y="5436"/>
          <a:ext cx="9810497" cy="712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383" tIns="75383" rIns="75383" bIns="75383" numCol="1" spcCol="1270" anchor="ctr" anchorCtr="0">
          <a:noAutofit/>
        </a:bodyPr>
        <a:lstStyle/>
        <a:p>
          <a:pPr marL="0" lvl="0" indent="0" algn="l" defTabSz="889000">
            <a:lnSpc>
              <a:spcPct val="100000"/>
            </a:lnSpc>
            <a:spcBef>
              <a:spcPct val="0"/>
            </a:spcBef>
            <a:spcAft>
              <a:spcPct val="35000"/>
            </a:spcAft>
            <a:buNone/>
          </a:pPr>
          <a:r>
            <a:rPr lang="en-IN" sz="2000" b="0" kern="1200">
              <a:latin typeface="Times New Roman"/>
              <a:cs typeface="Times New Roman"/>
            </a:rPr>
            <a:t>AgriVision provides intelligent crop recommendations using Data Science techniques.</a:t>
          </a:r>
          <a:endParaRPr lang="en-US" sz="2000" b="0" kern="1200">
            <a:latin typeface="Times New Roman"/>
            <a:cs typeface="Times New Roman"/>
          </a:endParaRPr>
        </a:p>
      </dsp:txBody>
      <dsp:txXfrm>
        <a:off x="774647" y="5436"/>
        <a:ext cx="9810497" cy="712277"/>
      </dsp:txXfrm>
    </dsp:sp>
    <dsp:sp modelId="{D671337D-89E5-47D3-8F07-F31DC2E03E1C}">
      <dsp:nvSpPr>
        <dsp:cNvPr id="0" name=""/>
        <dsp:cNvSpPr/>
      </dsp:nvSpPr>
      <dsp:spPr>
        <a:xfrm>
          <a:off x="0" y="895782"/>
          <a:ext cx="10608609" cy="67037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BFD0FDA-90A7-413E-B6C7-E7BC0042F9FA}">
      <dsp:nvSpPr>
        <dsp:cNvPr id="0" name=""/>
        <dsp:cNvSpPr/>
      </dsp:nvSpPr>
      <dsp:spPr>
        <a:xfrm>
          <a:off x="202789" y="1046617"/>
          <a:ext cx="369068" cy="36870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7378AF-E1ED-4446-8DD5-2ED57E51C3D1}">
      <dsp:nvSpPr>
        <dsp:cNvPr id="0" name=""/>
        <dsp:cNvSpPr/>
      </dsp:nvSpPr>
      <dsp:spPr>
        <a:xfrm>
          <a:off x="774647" y="895782"/>
          <a:ext cx="9810497" cy="712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383" tIns="75383" rIns="75383" bIns="75383" numCol="1" spcCol="1270" anchor="ctr" anchorCtr="0">
          <a:noAutofit/>
        </a:bodyPr>
        <a:lstStyle/>
        <a:p>
          <a:pPr marL="0" lvl="0" indent="0" algn="l" defTabSz="889000">
            <a:lnSpc>
              <a:spcPct val="100000"/>
            </a:lnSpc>
            <a:spcBef>
              <a:spcPct val="0"/>
            </a:spcBef>
            <a:spcAft>
              <a:spcPct val="35000"/>
            </a:spcAft>
            <a:buNone/>
          </a:pPr>
          <a:r>
            <a:rPr lang="en-IN" sz="2000" b="0" kern="1200">
              <a:latin typeface="Times New Roman"/>
              <a:cs typeface="Times New Roman"/>
            </a:rPr>
            <a:t>The platform improves crop productivity by analyzing soil, weather, and historical data.</a:t>
          </a:r>
          <a:endParaRPr lang="en-US" sz="2000" b="0" kern="1200">
            <a:latin typeface="Times New Roman"/>
            <a:cs typeface="Times New Roman"/>
          </a:endParaRPr>
        </a:p>
      </dsp:txBody>
      <dsp:txXfrm>
        <a:off x="774647" y="895782"/>
        <a:ext cx="9810497" cy="712277"/>
      </dsp:txXfrm>
    </dsp:sp>
    <dsp:sp modelId="{D2C7BEB6-6899-4D8C-8E2A-E240232C1984}">
      <dsp:nvSpPr>
        <dsp:cNvPr id="0" name=""/>
        <dsp:cNvSpPr/>
      </dsp:nvSpPr>
      <dsp:spPr>
        <a:xfrm>
          <a:off x="0" y="1786129"/>
          <a:ext cx="10608609" cy="67037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BCA0F4F-CFBC-48F0-81D4-B53D8813A961}">
      <dsp:nvSpPr>
        <dsp:cNvPr id="0" name=""/>
        <dsp:cNvSpPr/>
      </dsp:nvSpPr>
      <dsp:spPr>
        <a:xfrm>
          <a:off x="202789" y="1936964"/>
          <a:ext cx="369068" cy="36870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DF43D3C-38F9-4FF3-BE1B-E758BFE08DAA}">
      <dsp:nvSpPr>
        <dsp:cNvPr id="0" name=""/>
        <dsp:cNvSpPr/>
      </dsp:nvSpPr>
      <dsp:spPr>
        <a:xfrm>
          <a:off x="774647" y="1786129"/>
          <a:ext cx="9810497" cy="712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383" tIns="75383" rIns="75383" bIns="75383" numCol="1" spcCol="1270" anchor="ctr" anchorCtr="0">
          <a:noAutofit/>
        </a:bodyPr>
        <a:lstStyle/>
        <a:p>
          <a:pPr marL="0" lvl="0" indent="0" algn="l" defTabSz="889000">
            <a:lnSpc>
              <a:spcPct val="100000"/>
            </a:lnSpc>
            <a:spcBef>
              <a:spcPct val="0"/>
            </a:spcBef>
            <a:spcAft>
              <a:spcPct val="35000"/>
            </a:spcAft>
            <a:buNone/>
          </a:pPr>
          <a:r>
            <a:rPr lang="en-IN" sz="2000" b="0" kern="1200">
              <a:latin typeface="Times New Roman"/>
              <a:cs typeface="Times New Roman"/>
            </a:rPr>
            <a:t>Interactive dashboards and reports make agricultural information easy to understand and interpret. </a:t>
          </a:r>
        </a:p>
      </dsp:txBody>
      <dsp:txXfrm>
        <a:off x="774647" y="1786129"/>
        <a:ext cx="9810497" cy="712277"/>
      </dsp:txXfrm>
    </dsp:sp>
    <dsp:sp modelId="{D10F18D6-FC80-4603-A87D-5FBAC4AFEF0D}">
      <dsp:nvSpPr>
        <dsp:cNvPr id="0" name=""/>
        <dsp:cNvSpPr/>
      </dsp:nvSpPr>
      <dsp:spPr>
        <a:xfrm>
          <a:off x="0" y="2676475"/>
          <a:ext cx="10608609" cy="67037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2BC1863-0720-40B6-AAB2-7D8CFFBBEB8D}">
      <dsp:nvSpPr>
        <dsp:cNvPr id="0" name=""/>
        <dsp:cNvSpPr/>
      </dsp:nvSpPr>
      <dsp:spPr>
        <a:xfrm>
          <a:off x="202789" y="2827311"/>
          <a:ext cx="369068" cy="36870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64D0305-937B-41D9-89CA-AC3D229F34F7}">
      <dsp:nvSpPr>
        <dsp:cNvPr id="0" name=""/>
        <dsp:cNvSpPr/>
      </dsp:nvSpPr>
      <dsp:spPr>
        <a:xfrm>
          <a:off x="774647" y="2676475"/>
          <a:ext cx="9810497" cy="712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383" tIns="75383" rIns="75383" bIns="75383" numCol="1" spcCol="1270" anchor="ctr" anchorCtr="0">
          <a:noAutofit/>
        </a:bodyPr>
        <a:lstStyle/>
        <a:p>
          <a:pPr marL="0" lvl="0" indent="0" algn="l" defTabSz="889000">
            <a:lnSpc>
              <a:spcPct val="100000"/>
            </a:lnSpc>
            <a:spcBef>
              <a:spcPct val="0"/>
            </a:spcBef>
            <a:spcAft>
              <a:spcPct val="35000"/>
            </a:spcAft>
            <a:buNone/>
          </a:pPr>
          <a:r>
            <a:rPr lang="en-IN" sz="2000" b="0" kern="1200">
              <a:latin typeface="Times New Roman"/>
              <a:cs typeface="Times New Roman"/>
            </a:rPr>
            <a:t>The platform promotes sustainable agricultural practices by enabling data-driven analysis aligned with </a:t>
          </a:r>
          <a:r>
            <a:rPr lang="en-IN" sz="1800" b="0" kern="1200">
              <a:latin typeface="Times New Roman"/>
              <a:cs typeface="Times New Roman"/>
            </a:rPr>
            <a:t>SDG 2: Zero Hunger. </a:t>
          </a:r>
        </a:p>
      </dsp:txBody>
      <dsp:txXfrm>
        <a:off x="774647" y="2676475"/>
        <a:ext cx="9810497" cy="712277"/>
      </dsp:txXfrm>
    </dsp:sp>
    <dsp:sp modelId="{09D2C48A-73E1-4957-BA58-1A96649A4585}">
      <dsp:nvSpPr>
        <dsp:cNvPr id="0" name=""/>
        <dsp:cNvSpPr/>
      </dsp:nvSpPr>
      <dsp:spPr>
        <a:xfrm>
          <a:off x="0" y="3566822"/>
          <a:ext cx="10608609" cy="670378"/>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3788A0-E2FB-4E61-8FF6-F09D30B0E6F0}">
      <dsp:nvSpPr>
        <dsp:cNvPr id="0" name=""/>
        <dsp:cNvSpPr/>
      </dsp:nvSpPr>
      <dsp:spPr>
        <a:xfrm>
          <a:off x="202789" y="3717657"/>
          <a:ext cx="369068" cy="36870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12A3C7-9512-4C63-89A2-7B2F9709A6BE}">
      <dsp:nvSpPr>
        <dsp:cNvPr id="0" name=""/>
        <dsp:cNvSpPr/>
      </dsp:nvSpPr>
      <dsp:spPr>
        <a:xfrm>
          <a:off x="774647" y="3566822"/>
          <a:ext cx="9810497" cy="71227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75383" tIns="75383" rIns="75383" bIns="75383" numCol="1" spcCol="1270" anchor="ctr" anchorCtr="0">
          <a:noAutofit/>
        </a:bodyPr>
        <a:lstStyle/>
        <a:p>
          <a:pPr marL="0" lvl="0" indent="0" algn="l" defTabSz="889000">
            <a:lnSpc>
              <a:spcPct val="100000"/>
            </a:lnSpc>
            <a:spcBef>
              <a:spcPct val="0"/>
            </a:spcBef>
            <a:spcAft>
              <a:spcPct val="35000"/>
            </a:spcAft>
            <a:buNone/>
          </a:pPr>
          <a:r>
            <a:rPr lang="en-IN" sz="2000" b="0" kern="1200" err="1">
              <a:latin typeface="Times New Roman"/>
              <a:cs typeface="Times New Roman"/>
            </a:rPr>
            <a:t>AgriVision</a:t>
          </a:r>
          <a:r>
            <a:rPr lang="en-IN" sz="2000" b="0" kern="1200">
              <a:latin typeface="Times New Roman"/>
              <a:cs typeface="Times New Roman"/>
            </a:rPr>
            <a:t> serves as a practical Data Science application for agricultural analytics without relying on machine learning.</a:t>
          </a:r>
          <a:endParaRPr lang="en-US" sz="2000" b="0" kern="1200">
            <a:latin typeface="Times New Roman"/>
            <a:cs typeface="Times New Roman"/>
          </a:endParaRPr>
        </a:p>
      </dsp:txBody>
      <dsp:txXfrm>
        <a:off x="774647" y="3566822"/>
        <a:ext cx="9810497" cy="712277"/>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E7261C6-C874-4266-8DA4-D5C8AB8D757A}" type="datetimeFigureOut">
              <a:rPr lang="en-US" smtClean="0"/>
              <a:t>9/1/2026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D351400-28A9-47BE-8674-65E13802E5D5}" type="slidenum">
              <a:rPr lang="en-US" smtClean="0"/>
              <a:t>‹#›</a:t>
            </a:fld>
            <a:endParaRPr lang="en-US"/>
          </a:p>
        </p:txBody>
      </p:sp>
    </p:spTree>
    <p:extLst>
      <p:ext uri="{BB962C8B-B14F-4D97-AF65-F5344CB8AC3E}">
        <p14:creationId xmlns:p14="http://schemas.microsoft.com/office/powerpoint/2010/main" val="2032614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B9710A6-DCAC-4770-83E0-DC1288B0111D}" type="slidenum">
              <a:rPr lang="en-US" smtClean="0"/>
              <a:t>3</a:t>
            </a:fld>
            <a:endParaRPr lang="en-US"/>
          </a:p>
        </p:txBody>
      </p:sp>
    </p:spTree>
    <p:extLst>
      <p:ext uri="{BB962C8B-B14F-4D97-AF65-F5344CB8AC3E}">
        <p14:creationId xmlns:p14="http://schemas.microsoft.com/office/powerpoint/2010/main" val="37142897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3B9710A6-DCAC-4770-83E0-DC1288B0111D}" type="slidenum">
              <a:rPr lang="en-US" smtClean="0"/>
              <a:t>4</a:t>
            </a:fld>
            <a:endParaRPr lang="en-US"/>
          </a:p>
        </p:txBody>
      </p:sp>
    </p:spTree>
    <p:extLst>
      <p:ext uri="{BB962C8B-B14F-4D97-AF65-F5344CB8AC3E}">
        <p14:creationId xmlns:p14="http://schemas.microsoft.com/office/powerpoint/2010/main" val="143377207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BBADA246-63D0-4FD0-A280-893A2FFCA6CE}" type="slidenum">
              <a:rPr lang="en-US" smtClean="0"/>
              <a:t>6</a:t>
            </a:fld>
            <a:endParaRPr lang="en-US"/>
          </a:p>
        </p:txBody>
      </p:sp>
    </p:spTree>
    <p:extLst>
      <p:ext uri="{BB962C8B-B14F-4D97-AF65-F5344CB8AC3E}">
        <p14:creationId xmlns:p14="http://schemas.microsoft.com/office/powerpoint/2010/main" val="6527664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1D351400-28A9-47BE-8674-65E13802E5D5}" type="slidenum">
              <a:rPr lang="en-US" smtClean="0"/>
              <a:t>8</a:t>
            </a:fld>
            <a:endParaRPr lang="en-US"/>
          </a:p>
        </p:txBody>
      </p:sp>
    </p:spTree>
    <p:extLst>
      <p:ext uri="{BB962C8B-B14F-4D97-AF65-F5344CB8AC3E}">
        <p14:creationId xmlns:p14="http://schemas.microsoft.com/office/powerpoint/2010/main" val="24408595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D4BF06-524A-6401-A495-16A616BD94E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24DB02A-4345-4B0E-A259-795B853FE0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976980-3BEF-D289-3F02-3B8BC61851CC}"/>
              </a:ext>
            </a:extLst>
          </p:cNvPr>
          <p:cNvSpPr>
            <a:spLocks noGrp="1"/>
          </p:cNvSpPr>
          <p:nvPr>
            <p:ph type="dt" sz="half" idx="10"/>
          </p:nvPr>
        </p:nvSpPr>
        <p:spPr/>
        <p:txBody>
          <a:bodyPr/>
          <a:lstStyle/>
          <a:p>
            <a:fld id="{A7247B87-E33C-43FB-81C0-B9993A325063}" type="datetimeFigureOut">
              <a:rPr lang="en-US" smtClean="0"/>
              <a:t>9/1/2026</a:t>
            </a:fld>
            <a:endParaRPr lang="en-US"/>
          </a:p>
        </p:txBody>
      </p:sp>
      <p:sp>
        <p:nvSpPr>
          <p:cNvPr id="5" name="Footer Placeholder 4">
            <a:extLst>
              <a:ext uri="{FF2B5EF4-FFF2-40B4-BE49-F238E27FC236}">
                <a16:creationId xmlns:a16="http://schemas.microsoft.com/office/drawing/2014/main" id="{1BAA774B-D9F7-A3EC-99DD-01CCE92D43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EAE9A4-4498-BD82-90B3-78DF4E372127}"/>
              </a:ext>
            </a:extLst>
          </p:cNvPr>
          <p:cNvSpPr>
            <a:spLocks noGrp="1"/>
          </p:cNvSpPr>
          <p:nvPr>
            <p:ph type="sldNum" sz="quarter" idx="12"/>
          </p:nvPr>
        </p:nvSpPr>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4992641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02AD6-E9CE-0469-B849-E069F88366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F12618-A489-700C-4A95-F88C047B521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48A3B09-16AC-8B0C-A871-28638382CEA2}"/>
              </a:ext>
            </a:extLst>
          </p:cNvPr>
          <p:cNvSpPr>
            <a:spLocks noGrp="1"/>
          </p:cNvSpPr>
          <p:nvPr>
            <p:ph type="dt" sz="half" idx="10"/>
          </p:nvPr>
        </p:nvSpPr>
        <p:spPr/>
        <p:txBody>
          <a:bodyPr/>
          <a:lstStyle/>
          <a:p>
            <a:fld id="{A7247B87-E33C-43FB-81C0-B9993A325063}" type="datetimeFigureOut">
              <a:rPr lang="en-US" smtClean="0"/>
              <a:t>9/1/2026</a:t>
            </a:fld>
            <a:endParaRPr lang="en-US"/>
          </a:p>
        </p:txBody>
      </p:sp>
      <p:sp>
        <p:nvSpPr>
          <p:cNvPr id="5" name="Footer Placeholder 4">
            <a:extLst>
              <a:ext uri="{FF2B5EF4-FFF2-40B4-BE49-F238E27FC236}">
                <a16:creationId xmlns:a16="http://schemas.microsoft.com/office/drawing/2014/main" id="{2C6D2FBC-6B9A-BC62-C4E8-774A393F8A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1DBB0CC-5D3E-A812-F40A-2479FDE8037C}"/>
              </a:ext>
            </a:extLst>
          </p:cNvPr>
          <p:cNvSpPr>
            <a:spLocks noGrp="1"/>
          </p:cNvSpPr>
          <p:nvPr>
            <p:ph type="sldNum" sz="quarter" idx="12"/>
          </p:nvPr>
        </p:nvSpPr>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11441199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758E-81FC-2550-4DB2-4A0A87C5155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5945C59-0B65-44ED-8F05-ADF03E860EF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697C44-7D3C-DF93-27BE-2E055927A4E5}"/>
              </a:ext>
            </a:extLst>
          </p:cNvPr>
          <p:cNvSpPr>
            <a:spLocks noGrp="1"/>
          </p:cNvSpPr>
          <p:nvPr>
            <p:ph type="dt" sz="half" idx="10"/>
          </p:nvPr>
        </p:nvSpPr>
        <p:spPr/>
        <p:txBody>
          <a:bodyPr/>
          <a:lstStyle/>
          <a:p>
            <a:fld id="{A7247B87-E33C-43FB-81C0-B9993A325063}" type="datetimeFigureOut">
              <a:rPr lang="en-US" smtClean="0"/>
              <a:t>9/1/2026</a:t>
            </a:fld>
            <a:endParaRPr lang="en-US"/>
          </a:p>
        </p:txBody>
      </p:sp>
      <p:sp>
        <p:nvSpPr>
          <p:cNvPr id="5" name="Footer Placeholder 4">
            <a:extLst>
              <a:ext uri="{FF2B5EF4-FFF2-40B4-BE49-F238E27FC236}">
                <a16:creationId xmlns:a16="http://schemas.microsoft.com/office/drawing/2014/main" id="{0B9BE15A-329A-D197-0704-1F72F4E6C8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91B5C4E-ABB5-92D8-D8B6-B7A0EE907769}"/>
              </a:ext>
            </a:extLst>
          </p:cNvPr>
          <p:cNvSpPr>
            <a:spLocks noGrp="1"/>
          </p:cNvSpPr>
          <p:nvPr>
            <p:ph type="sldNum" sz="quarter" idx="12"/>
          </p:nvPr>
        </p:nvSpPr>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18432695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1EE7B-257A-84F1-EE28-67F215CC93B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6FF171D-FD09-7D24-85BF-7B23934652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EDD7845-0390-0F14-8414-ECEFA635C9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3B356B7-7D6E-2F8D-52A8-CDC595388C69}"/>
              </a:ext>
            </a:extLst>
          </p:cNvPr>
          <p:cNvSpPr>
            <a:spLocks noGrp="1"/>
          </p:cNvSpPr>
          <p:nvPr>
            <p:ph type="dt" sz="half" idx="10"/>
          </p:nvPr>
        </p:nvSpPr>
        <p:spPr/>
        <p:txBody>
          <a:bodyPr/>
          <a:lstStyle/>
          <a:p>
            <a:fld id="{A7247B87-E33C-43FB-81C0-B9993A325063}" type="datetimeFigureOut">
              <a:rPr lang="en-US" smtClean="0"/>
              <a:t>9/1/2026</a:t>
            </a:fld>
            <a:endParaRPr lang="en-US"/>
          </a:p>
        </p:txBody>
      </p:sp>
      <p:sp>
        <p:nvSpPr>
          <p:cNvPr id="6" name="Footer Placeholder 5">
            <a:extLst>
              <a:ext uri="{FF2B5EF4-FFF2-40B4-BE49-F238E27FC236}">
                <a16:creationId xmlns:a16="http://schemas.microsoft.com/office/drawing/2014/main" id="{36CEEF2E-2C23-D99A-F6D2-D1591829E17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15E7D96-DDA1-62FC-36C7-66ACD6D1A6B9}"/>
              </a:ext>
            </a:extLst>
          </p:cNvPr>
          <p:cNvSpPr>
            <a:spLocks noGrp="1"/>
          </p:cNvSpPr>
          <p:nvPr>
            <p:ph type="sldNum" sz="quarter" idx="12"/>
          </p:nvPr>
        </p:nvSpPr>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3237718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6FEFD1-6BDB-E62F-940F-CD24FDB736E9}"/>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144920-D62C-2595-0973-C8A85841AA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ADEA9EE-DAB5-4B72-FFC2-E92D4F69F34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C1EE19A-29C9-B95F-4A85-600858B7183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DCD92B9-0AA8-BABA-3ECB-D6945A8F597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2C92597-DF28-10AA-9494-9757D03AC6C4}"/>
              </a:ext>
            </a:extLst>
          </p:cNvPr>
          <p:cNvSpPr>
            <a:spLocks noGrp="1"/>
          </p:cNvSpPr>
          <p:nvPr>
            <p:ph type="dt" sz="half" idx="10"/>
          </p:nvPr>
        </p:nvSpPr>
        <p:spPr/>
        <p:txBody>
          <a:bodyPr/>
          <a:lstStyle/>
          <a:p>
            <a:fld id="{A7247B87-E33C-43FB-81C0-B9993A325063}" type="datetimeFigureOut">
              <a:rPr lang="en-US" smtClean="0"/>
              <a:t>9/1/2026</a:t>
            </a:fld>
            <a:endParaRPr lang="en-US"/>
          </a:p>
        </p:txBody>
      </p:sp>
      <p:sp>
        <p:nvSpPr>
          <p:cNvPr id="8" name="Footer Placeholder 7">
            <a:extLst>
              <a:ext uri="{FF2B5EF4-FFF2-40B4-BE49-F238E27FC236}">
                <a16:creationId xmlns:a16="http://schemas.microsoft.com/office/drawing/2014/main" id="{1024D688-2D8E-1C49-B054-A961274F4E2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EB00A23-3E63-A391-E4B1-5EAE0886E170}"/>
              </a:ext>
            </a:extLst>
          </p:cNvPr>
          <p:cNvSpPr>
            <a:spLocks noGrp="1"/>
          </p:cNvSpPr>
          <p:nvPr>
            <p:ph type="sldNum" sz="quarter" idx="12"/>
          </p:nvPr>
        </p:nvSpPr>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130081785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26076-7CFD-7AB4-ED45-6E3C26F5D99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C34127-26CD-604A-4189-0C55D81FCD00}"/>
              </a:ext>
            </a:extLst>
          </p:cNvPr>
          <p:cNvSpPr>
            <a:spLocks noGrp="1"/>
          </p:cNvSpPr>
          <p:nvPr>
            <p:ph type="dt" sz="half" idx="10"/>
          </p:nvPr>
        </p:nvSpPr>
        <p:spPr/>
        <p:txBody>
          <a:bodyPr/>
          <a:lstStyle/>
          <a:p>
            <a:fld id="{A7247B87-E33C-43FB-81C0-B9993A325063}" type="datetimeFigureOut">
              <a:rPr lang="en-US" smtClean="0"/>
              <a:t>9/1/2026</a:t>
            </a:fld>
            <a:endParaRPr lang="en-US"/>
          </a:p>
        </p:txBody>
      </p:sp>
      <p:sp>
        <p:nvSpPr>
          <p:cNvPr id="4" name="Footer Placeholder 3">
            <a:extLst>
              <a:ext uri="{FF2B5EF4-FFF2-40B4-BE49-F238E27FC236}">
                <a16:creationId xmlns:a16="http://schemas.microsoft.com/office/drawing/2014/main" id="{502E560E-8896-CA8D-75D2-0B19FE9F91B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0F847A4-0BD0-0E52-4996-D205C9D4A971}"/>
              </a:ext>
            </a:extLst>
          </p:cNvPr>
          <p:cNvSpPr>
            <a:spLocks noGrp="1"/>
          </p:cNvSpPr>
          <p:nvPr>
            <p:ph type="sldNum" sz="quarter" idx="12"/>
          </p:nvPr>
        </p:nvSpPr>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27012810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716F0A-293F-F5EB-0D16-74A11780AD2B}"/>
              </a:ext>
            </a:extLst>
          </p:cNvPr>
          <p:cNvSpPr>
            <a:spLocks noGrp="1"/>
          </p:cNvSpPr>
          <p:nvPr>
            <p:ph type="dt" sz="half" idx="10"/>
          </p:nvPr>
        </p:nvSpPr>
        <p:spPr/>
        <p:txBody>
          <a:bodyPr/>
          <a:lstStyle/>
          <a:p>
            <a:fld id="{A7247B87-E33C-43FB-81C0-B9993A325063}" type="datetimeFigureOut">
              <a:rPr lang="en-US" smtClean="0"/>
              <a:t>9/1/2026</a:t>
            </a:fld>
            <a:endParaRPr lang="en-US"/>
          </a:p>
        </p:txBody>
      </p:sp>
      <p:sp>
        <p:nvSpPr>
          <p:cNvPr id="3" name="Footer Placeholder 2">
            <a:extLst>
              <a:ext uri="{FF2B5EF4-FFF2-40B4-BE49-F238E27FC236}">
                <a16:creationId xmlns:a16="http://schemas.microsoft.com/office/drawing/2014/main" id="{D2A5AE8E-FD6D-5FAE-C6F3-3C1B00FF48B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9B463EA-F731-7E96-BB4C-0FA3C8C44DC3}"/>
              </a:ext>
            </a:extLst>
          </p:cNvPr>
          <p:cNvSpPr>
            <a:spLocks noGrp="1"/>
          </p:cNvSpPr>
          <p:nvPr>
            <p:ph type="sldNum" sz="quarter" idx="12"/>
          </p:nvPr>
        </p:nvSpPr>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38580852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14173F-984A-76F5-F92F-3B1EF833D71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617A59C-8FD8-4D8F-A490-DA39EC1D233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ED85107-47C4-89AF-2C20-11D94F7F590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83B83C2-38FB-6994-B403-DA11AE2AA337}"/>
              </a:ext>
            </a:extLst>
          </p:cNvPr>
          <p:cNvSpPr>
            <a:spLocks noGrp="1"/>
          </p:cNvSpPr>
          <p:nvPr>
            <p:ph type="dt" sz="half" idx="10"/>
          </p:nvPr>
        </p:nvSpPr>
        <p:spPr/>
        <p:txBody>
          <a:bodyPr/>
          <a:lstStyle/>
          <a:p>
            <a:fld id="{A7247B87-E33C-43FB-81C0-B9993A325063}" type="datetimeFigureOut">
              <a:rPr lang="en-US" smtClean="0"/>
              <a:t>9/1/2026</a:t>
            </a:fld>
            <a:endParaRPr lang="en-US"/>
          </a:p>
        </p:txBody>
      </p:sp>
      <p:sp>
        <p:nvSpPr>
          <p:cNvPr id="6" name="Footer Placeholder 5">
            <a:extLst>
              <a:ext uri="{FF2B5EF4-FFF2-40B4-BE49-F238E27FC236}">
                <a16:creationId xmlns:a16="http://schemas.microsoft.com/office/drawing/2014/main" id="{ABDB46C8-949C-18CA-0966-C51040A7A8D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6DDE7A8-5408-6196-993C-1274BA3F12BB}"/>
              </a:ext>
            </a:extLst>
          </p:cNvPr>
          <p:cNvSpPr>
            <a:spLocks noGrp="1"/>
          </p:cNvSpPr>
          <p:nvPr>
            <p:ph type="sldNum" sz="quarter" idx="12"/>
          </p:nvPr>
        </p:nvSpPr>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41715682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140DCC-C845-E6CA-21F9-3B477F35BA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019B6B1E-E5B3-0FB2-BA37-DD04B2F31F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43BE623-86B6-28C8-AF9A-2121A2ABBF3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35B0D6C-E093-9F7D-791F-BB8A529502F7}"/>
              </a:ext>
            </a:extLst>
          </p:cNvPr>
          <p:cNvSpPr>
            <a:spLocks noGrp="1"/>
          </p:cNvSpPr>
          <p:nvPr>
            <p:ph type="dt" sz="half" idx="10"/>
          </p:nvPr>
        </p:nvSpPr>
        <p:spPr/>
        <p:txBody>
          <a:bodyPr/>
          <a:lstStyle/>
          <a:p>
            <a:fld id="{A7247B87-E33C-43FB-81C0-B9993A325063}" type="datetimeFigureOut">
              <a:rPr lang="en-US" smtClean="0"/>
              <a:t>9/1/2026</a:t>
            </a:fld>
            <a:endParaRPr lang="en-US"/>
          </a:p>
        </p:txBody>
      </p:sp>
      <p:sp>
        <p:nvSpPr>
          <p:cNvPr id="6" name="Footer Placeholder 5">
            <a:extLst>
              <a:ext uri="{FF2B5EF4-FFF2-40B4-BE49-F238E27FC236}">
                <a16:creationId xmlns:a16="http://schemas.microsoft.com/office/drawing/2014/main" id="{DB81817E-C511-3B0C-F8BD-03B52E73DC2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0A091EA-B629-7091-AC0B-36BD9F5E5801}"/>
              </a:ext>
            </a:extLst>
          </p:cNvPr>
          <p:cNvSpPr>
            <a:spLocks noGrp="1"/>
          </p:cNvSpPr>
          <p:nvPr>
            <p:ph type="sldNum" sz="quarter" idx="12"/>
          </p:nvPr>
        </p:nvSpPr>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2961856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42479-3DBF-A7DF-DD8A-C9F709C8551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12379878-211A-6389-B948-B7BFA777338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910074F-A418-DD7F-B1CE-C1546B210CA1}"/>
              </a:ext>
            </a:extLst>
          </p:cNvPr>
          <p:cNvSpPr>
            <a:spLocks noGrp="1"/>
          </p:cNvSpPr>
          <p:nvPr>
            <p:ph type="dt" sz="half" idx="10"/>
          </p:nvPr>
        </p:nvSpPr>
        <p:spPr/>
        <p:txBody>
          <a:bodyPr/>
          <a:lstStyle/>
          <a:p>
            <a:fld id="{A7247B87-E33C-43FB-81C0-B9993A325063}" type="datetimeFigureOut">
              <a:rPr lang="en-US" smtClean="0"/>
              <a:t>9/1/2026</a:t>
            </a:fld>
            <a:endParaRPr lang="en-US"/>
          </a:p>
        </p:txBody>
      </p:sp>
      <p:sp>
        <p:nvSpPr>
          <p:cNvPr id="5" name="Footer Placeholder 4">
            <a:extLst>
              <a:ext uri="{FF2B5EF4-FFF2-40B4-BE49-F238E27FC236}">
                <a16:creationId xmlns:a16="http://schemas.microsoft.com/office/drawing/2014/main" id="{8C7D037A-67BF-7F41-2BB1-5B8B4076C4B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E1442B-C4A0-D453-6261-9A98F6082660}"/>
              </a:ext>
            </a:extLst>
          </p:cNvPr>
          <p:cNvSpPr>
            <a:spLocks noGrp="1"/>
          </p:cNvSpPr>
          <p:nvPr>
            <p:ph type="sldNum" sz="quarter" idx="12"/>
          </p:nvPr>
        </p:nvSpPr>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6881024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60C064-9ECE-AE5F-E1FC-1CB3CACA776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51DFE698-631D-7A03-F265-7BE8CFF1970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43D4F8-AC0B-8E1E-5055-C7D5F4B1442C}"/>
              </a:ext>
            </a:extLst>
          </p:cNvPr>
          <p:cNvSpPr>
            <a:spLocks noGrp="1"/>
          </p:cNvSpPr>
          <p:nvPr>
            <p:ph type="dt" sz="half" idx="10"/>
          </p:nvPr>
        </p:nvSpPr>
        <p:spPr/>
        <p:txBody>
          <a:bodyPr/>
          <a:lstStyle/>
          <a:p>
            <a:fld id="{A7247B87-E33C-43FB-81C0-B9993A325063}" type="datetimeFigureOut">
              <a:rPr lang="en-US" smtClean="0"/>
              <a:t>9/1/2026</a:t>
            </a:fld>
            <a:endParaRPr lang="en-US"/>
          </a:p>
        </p:txBody>
      </p:sp>
      <p:sp>
        <p:nvSpPr>
          <p:cNvPr id="5" name="Footer Placeholder 4">
            <a:extLst>
              <a:ext uri="{FF2B5EF4-FFF2-40B4-BE49-F238E27FC236}">
                <a16:creationId xmlns:a16="http://schemas.microsoft.com/office/drawing/2014/main" id="{EDF2D670-FBC3-4F13-54BB-1565A59D8F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25F98A-A76B-3D6D-1A6A-996CADF383B2}"/>
              </a:ext>
            </a:extLst>
          </p:cNvPr>
          <p:cNvSpPr>
            <a:spLocks noGrp="1"/>
          </p:cNvSpPr>
          <p:nvPr>
            <p:ph type="sldNum" sz="quarter" idx="12"/>
          </p:nvPr>
        </p:nvSpPr>
        <p:spPr/>
        <p:txBody>
          <a:bodyPr/>
          <a:lstStyle/>
          <a:p>
            <a:fld id="{34FC169F-4CA2-46DF-ADDB-8E4E1F0B2086}" type="slidenum">
              <a:rPr lang="en-US" smtClean="0"/>
              <a:t>‹#›</a:t>
            </a:fld>
            <a:endParaRPr lang="en-US"/>
          </a:p>
        </p:txBody>
      </p:sp>
    </p:spTree>
    <p:extLst>
      <p:ext uri="{BB962C8B-B14F-4D97-AF65-F5344CB8AC3E}">
        <p14:creationId xmlns:p14="http://schemas.microsoft.com/office/powerpoint/2010/main" val="26698108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847011D-9363-346A-D42A-442CA28060D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BD043261-C74C-E799-D271-B1BF5C6750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74FD77-3BE2-24F8-F97D-709B06958B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7247B87-E33C-43FB-81C0-B9993A325063}" type="datetimeFigureOut">
              <a:rPr lang="en-US" smtClean="0"/>
              <a:t>9/1/2026</a:t>
            </a:fld>
            <a:endParaRPr lang="en-US"/>
          </a:p>
        </p:txBody>
      </p:sp>
      <p:sp>
        <p:nvSpPr>
          <p:cNvPr id="5" name="Footer Placeholder 4">
            <a:extLst>
              <a:ext uri="{FF2B5EF4-FFF2-40B4-BE49-F238E27FC236}">
                <a16:creationId xmlns:a16="http://schemas.microsoft.com/office/drawing/2014/main" id="{B1CA0657-1E67-F183-DC7C-F885D8B2AAD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591C978-2014-7708-3C34-79C18219C71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FC169F-4CA2-46DF-ADDB-8E4E1F0B2086}" type="slidenum">
              <a:rPr lang="en-US" smtClean="0"/>
              <a:t>‹#›</a:t>
            </a:fld>
            <a:endParaRPr lang="en-US"/>
          </a:p>
        </p:txBody>
      </p:sp>
    </p:spTree>
    <p:extLst>
      <p:ext uri="{BB962C8B-B14F-4D97-AF65-F5344CB8AC3E}">
        <p14:creationId xmlns:p14="http://schemas.microsoft.com/office/powerpoint/2010/main" val="73647913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5.jpeg"/><Relationship Id="rId4" Type="http://schemas.openxmlformats.org/officeDocument/2006/relationships/image" Target="../media/image4.jpeg"/></Relationships>
</file>

<file path=ppt/slides/_rels/slide4.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image" Target="../media/image7.png"/><Relationship Id="rId7" Type="http://schemas.openxmlformats.org/officeDocument/2006/relationships/image" Target="../media/image10.png"/><Relationship Id="rId2" Type="http://schemas.microsoft.com/office/2017/06/relationships/model3d" Target="../media/model3d1.glb"/><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png"/><Relationship Id="rId4" Type="http://schemas.microsoft.com/office/2017/06/relationships/model3d" Target="../media/model3d2.glb"/></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4.xml"/><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2.png"/><Relationship Id="rId1" Type="http://schemas.openxmlformats.org/officeDocument/2006/relationships/slideLayout" Target="../slideLayouts/slideLayout7.xml"/><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2.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4.jpe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8" Type="http://schemas.openxmlformats.org/officeDocument/2006/relationships/image" Target="../media/image4.jpeg"/><Relationship Id="rId3" Type="http://schemas.openxmlformats.org/officeDocument/2006/relationships/diagramLayout" Target="../diagrams/layout1.xml"/><Relationship Id="rId7" Type="http://schemas.openxmlformats.org/officeDocument/2006/relationships/image" Target="../media/image3.jpeg"/><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8163125" y="4770296"/>
            <a:ext cx="4343399" cy="1787669"/>
          </a:xfrm>
          <a:prstGeom prst="rect">
            <a:avLst/>
          </a:prstGeom>
        </p:spPr>
        <p:txBody>
          <a:bodyPr vert="horz" wrap="square" lIns="0" tIns="78740" rIns="0" bIns="0" rtlCol="0" anchor="t">
            <a:spAutoFit/>
          </a:bodyPr>
          <a:lstStyle/>
          <a:p>
            <a:pPr marL="171450">
              <a:lnSpc>
                <a:spcPct val="100000"/>
              </a:lnSpc>
              <a:spcBef>
                <a:spcPts val="620"/>
              </a:spcBef>
            </a:pPr>
            <a:r>
              <a:rPr sz="2400" b="1" spc="-10" dirty="0">
                <a:solidFill>
                  <a:srgbClr val="0C0C0C"/>
                </a:solidFill>
                <a:latin typeface="Times New Roman"/>
                <a:cs typeface="Times New Roman"/>
              </a:rPr>
              <a:t>Presented</a:t>
            </a:r>
            <a:r>
              <a:rPr sz="2400" b="1" spc="-80" dirty="0">
                <a:solidFill>
                  <a:srgbClr val="0C0C0C"/>
                </a:solidFill>
                <a:latin typeface="Times New Roman"/>
                <a:cs typeface="Times New Roman"/>
              </a:rPr>
              <a:t> </a:t>
            </a:r>
            <a:r>
              <a:rPr sz="2400" b="1" spc="-25" dirty="0">
                <a:solidFill>
                  <a:srgbClr val="0C0C0C"/>
                </a:solidFill>
                <a:latin typeface="Times New Roman"/>
                <a:cs typeface="Times New Roman"/>
              </a:rPr>
              <a:t>by:</a:t>
            </a:r>
          </a:p>
          <a:p>
            <a:pPr marL="171450">
              <a:spcBef>
                <a:spcPts val="620"/>
              </a:spcBef>
            </a:pPr>
            <a:r>
              <a:rPr lang="en-IN" sz="2400" spc="-25" dirty="0">
                <a:solidFill>
                  <a:srgbClr val="0C0C0C"/>
                </a:solidFill>
                <a:latin typeface="Times New Roman"/>
                <a:cs typeface="Times New Roman"/>
              </a:rPr>
              <a:t>Sancia Sanky(192572005)</a:t>
            </a:r>
          </a:p>
          <a:p>
            <a:pPr marL="171450">
              <a:spcBef>
                <a:spcPts val="620"/>
              </a:spcBef>
            </a:pPr>
            <a:r>
              <a:rPr lang="en-IN" sz="2400" spc="-25" dirty="0">
                <a:solidFill>
                  <a:srgbClr val="0C0C0C"/>
                </a:solidFill>
                <a:ea typeface="+mn-lt"/>
                <a:cs typeface="+mn-lt"/>
              </a:rPr>
              <a:t> </a:t>
            </a:r>
            <a:r>
              <a:rPr lang="en-IN" sz="2400" spc="-25" dirty="0">
                <a:solidFill>
                  <a:srgbClr val="0C0C0C"/>
                </a:solidFill>
                <a:latin typeface="Times New Roman"/>
                <a:ea typeface="+mn-lt"/>
                <a:cs typeface="Times New Roman"/>
              </a:rPr>
              <a:t>Pooja S(192524211)</a:t>
            </a:r>
          </a:p>
          <a:p>
            <a:pPr marL="171450">
              <a:spcBef>
                <a:spcPts val="620"/>
              </a:spcBef>
            </a:pPr>
            <a:r>
              <a:rPr lang="en-IN" sz="2400" spc="-25" dirty="0" err="1">
                <a:solidFill>
                  <a:srgbClr val="0C0C0C"/>
                </a:solidFill>
                <a:latin typeface="Times New Roman"/>
                <a:ea typeface="+mn-lt"/>
                <a:cs typeface="Times New Roman"/>
              </a:rPr>
              <a:t>S.Sirivally</a:t>
            </a:r>
            <a:r>
              <a:rPr lang="en-IN" sz="2400" spc="-25" dirty="0">
                <a:solidFill>
                  <a:srgbClr val="0C0C0C"/>
                </a:solidFill>
                <a:latin typeface="Times New Roman"/>
                <a:ea typeface="+mn-lt"/>
                <a:cs typeface="Times New Roman"/>
              </a:rPr>
              <a:t>(192472371)</a:t>
            </a:r>
            <a:endParaRPr lang="en-IN" dirty="0">
              <a:latin typeface="Times New Roman"/>
              <a:cs typeface="Times New Roman"/>
            </a:endParaRPr>
          </a:p>
        </p:txBody>
      </p:sp>
      <p:sp>
        <p:nvSpPr>
          <p:cNvPr id="5" name="object 5"/>
          <p:cNvSpPr txBox="1">
            <a:spLocks noGrp="1"/>
          </p:cNvSpPr>
          <p:nvPr>
            <p:ph type="body" idx="1"/>
          </p:nvPr>
        </p:nvSpPr>
        <p:spPr>
          <a:xfrm>
            <a:off x="824826" y="1945077"/>
            <a:ext cx="11367174" cy="997068"/>
          </a:xfrm>
          <a:prstGeom prst="rect">
            <a:avLst/>
          </a:prstGeom>
        </p:spPr>
        <p:txBody>
          <a:bodyPr vert="horz" wrap="square" lIns="0" tIns="133985" rIns="0" bIns="0" rtlCol="0" anchor="t">
            <a:spAutoFit/>
          </a:bodyPr>
          <a:lstStyle/>
          <a:p>
            <a:pPr marL="0" marR="812800" indent="0" algn="ctr">
              <a:lnSpc>
                <a:spcPct val="100000"/>
              </a:lnSpc>
              <a:spcBef>
                <a:spcPts val="1055"/>
              </a:spcBef>
              <a:buNone/>
            </a:pPr>
            <a:r>
              <a:rPr lang="en-US" b="1" dirty="0">
                <a:latin typeface="Times New Roman"/>
                <a:cs typeface="Times New Roman"/>
              </a:rPr>
              <a:t> </a:t>
            </a:r>
            <a:r>
              <a:rPr lang="en-US" b="1" dirty="0" err="1">
                <a:latin typeface="Times New Roman"/>
                <a:ea typeface="+mn-lt"/>
                <a:cs typeface="Times New Roman"/>
              </a:rPr>
              <a:t>AgriVision</a:t>
            </a:r>
            <a:r>
              <a:rPr lang="en-US" b="1" dirty="0">
                <a:latin typeface="Times New Roman"/>
                <a:ea typeface="+mn-lt"/>
                <a:cs typeface="Times New Roman"/>
              </a:rPr>
              <a:t>: A Data Science–Driven Sustainable Agricultural Analytics and Visualization Platform</a:t>
            </a:r>
          </a:p>
        </p:txBody>
      </p:sp>
      <p:sp>
        <p:nvSpPr>
          <p:cNvPr id="9" name="TextBox 8">
            <a:extLst>
              <a:ext uri="{FF2B5EF4-FFF2-40B4-BE49-F238E27FC236}">
                <a16:creationId xmlns:a16="http://schemas.microsoft.com/office/drawing/2014/main" id="{C72D1E7D-30CD-1AD9-B818-0D96B874CCA3}"/>
              </a:ext>
            </a:extLst>
          </p:cNvPr>
          <p:cNvSpPr txBox="1"/>
          <p:nvPr/>
        </p:nvSpPr>
        <p:spPr>
          <a:xfrm>
            <a:off x="824826" y="4770296"/>
            <a:ext cx="3820160" cy="1354217"/>
          </a:xfrm>
          <a:prstGeom prst="rect">
            <a:avLst/>
          </a:prstGeom>
          <a:noFill/>
        </p:spPr>
        <p:txBody>
          <a:bodyPr wrap="square">
            <a:spAutoFit/>
          </a:bodyPr>
          <a:lstStyle/>
          <a:p>
            <a:pPr marL="171450">
              <a:lnSpc>
                <a:spcPct val="100000"/>
              </a:lnSpc>
              <a:spcBef>
                <a:spcPts val="620"/>
              </a:spcBef>
            </a:pPr>
            <a:r>
              <a:rPr lang="en-US" sz="2400" b="1" spc="-10" dirty="0">
                <a:solidFill>
                  <a:srgbClr val="0C0C0C"/>
                </a:solidFill>
                <a:latin typeface="Times New Roman"/>
                <a:cs typeface="Times New Roman"/>
              </a:rPr>
              <a:t>Guided</a:t>
            </a:r>
            <a:r>
              <a:rPr lang="en-US" sz="2400" b="1" spc="-80" dirty="0">
                <a:solidFill>
                  <a:srgbClr val="0C0C0C"/>
                </a:solidFill>
                <a:latin typeface="Times New Roman"/>
                <a:cs typeface="Times New Roman"/>
              </a:rPr>
              <a:t> </a:t>
            </a:r>
            <a:r>
              <a:rPr lang="en-US" sz="2400" b="1" spc="-25" dirty="0">
                <a:solidFill>
                  <a:srgbClr val="0C0C0C"/>
                </a:solidFill>
                <a:latin typeface="Times New Roman"/>
                <a:cs typeface="Times New Roman"/>
              </a:rPr>
              <a:t>by:</a:t>
            </a:r>
          </a:p>
          <a:p>
            <a:pPr marL="171450">
              <a:lnSpc>
                <a:spcPct val="100000"/>
              </a:lnSpc>
              <a:spcBef>
                <a:spcPts val="620"/>
              </a:spcBef>
            </a:pPr>
            <a:r>
              <a:rPr lang="en-US" sz="2400" b="1" spc="-25" dirty="0">
                <a:solidFill>
                  <a:srgbClr val="0C0C0C"/>
                </a:solidFill>
                <a:latin typeface="Times New Roman"/>
                <a:cs typeface="Times New Roman"/>
              </a:rPr>
              <a:t>Dr. </a:t>
            </a:r>
            <a:r>
              <a:rPr lang="en-US" sz="2400" b="1" spc="-25" dirty="0" err="1">
                <a:solidFill>
                  <a:srgbClr val="0C0C0C"/>
                </a:solidFill>
                <a:latin typeface="Times New Roman"/>
                <a:cs typeface="Times New Roman"/>
              </a:rPr>
              <a:t>Krishnaraj</a:t>
            </a:r>
            <a:r>
              <a:rPr lang="en-US" sz="2400" b="1" spc="-25" dirty="0">
                <a:solidFill>
                  <a:srgbClr val="0C0C0C"/>
                </a:solidFill>
                <a:latin typeface="Times New Roman"/>
                <a:cs typeface="Times New Roman"/>
              </a:rPr>
              <a:t> Mony</a:t>
            </a:r>
          </a:p>
          <a:p>
            <a:pPr marL="171450">
              <a:lnSpc>
                <a:spcPct val="100000"/>
              </a:lnSpc>
              <a:spcBef>
                <a:spcPts val="620"/>
              </a:spcBef>
            </a:pPr>
            <a:r>
              <a:rPr lang="en-US" sz="2400" b="1" spc="-25" dirty="0">
                <a:solidFill>
                  <a:srgbClr val="0C0C0C"/>
                </a:solidFill>
                <a:latin typeface="Times New Roman"/>
                <a:cs typeface="Times New Roman"/>
              </a:rPr>
              <a:t>Associate Professor/CSE</a:t>
            </a:r>
            <a:endParaRPr lang="en-US" sz="2400" b="1" dirty="0">
              <a:latin typeface="Times New Roman"/>
              <a:cs typeface="Times New Roman"/>
            </a:endParaRPr>
          </a:p>
        </p:txBody>
      </p:sp>
      <p:sp>
        <p:nvSpPr>
          <p:cNvPr id="12" name="TextBox 11">
            <a:extLst>
              <a:ext uri="{FF2B5EF4-FFF2-40B4-BE49-F238E27FC236}">
                <a16:creationId xmlns:a16="http://schemas.microsoft.com/office/drawing/2014/main" id="{302DF3EC-29F0-2899-A22C-844351DA543C}"/>
              </a:ext>
            </a:extLst>
          </p:cNvPr>
          <p:cNvSpPr txBox="1"/>
          <p:nvPr/>
        </p:nvSpPr>
        <p:spPr>
          <a:xfrm>
            <a:off x="2539389" y="2942145"/>
            <a:ext cx="7045013" cy="1077218"/>
          </a:xfrm>
          <a:prstGeom prst="rect">
            <a:avLst/>
          </a:prstGeom>
          <a:noFill/>
        </p:spPr>
        <p:txBody>
          <a:bodyPr wrap="square" lIns="91440" tIns="45720" rIns="91440" bIns="45720" anchor="t">
            <a:spAutoFit/>
          </a:bodyPr>
          <a:lstStyle/>
          <a:p>
            <a:pPr marL="0" indent="0" algn="ctr">
              <a:lnSpc>
                <a:spcPct val="100000"/>
              </a:lnSpc>
              <a:spcBef>
                <a:spcPts val="35"/>
              </a:spcBef>
              <a:buNone/>
            </a:pPr>
            <a:r>
              <a:rPr lang="en-US" sz="2800" b="1" dirty="0">
                <a:latin typeface="Times New Roman"/>
                <a:cs typeface="Times New Roman"/>
              </a:rPr>
              <a:t>DSA0405 – Fundamentals of Data Science</a:t>
            </a:r>
          </a:p>
          <a:p>
            <a:pPr marL="0" indent="0" algn="ctr">
              <a:lnSpc>
                <a:spcPct val="100000"/>
              </a:lnSpc>
              <a:spcBef>
                <a:spcPts val="35"/>
              </a:spcBef>
              <a:buNone/>
            </a:pPr>
            <a:endParaRPr lang="en-US" dirty="0">
              <a:latin typeface="Times New Roman" panose="02020603050405020304" pitchFamily="18" charset="0"/>
              <a:cs typeface="Times New Roman" panose="02020603050405020304" pitchFamily="18" charset="0"/>
            </a:endParaRPr>
          </a:p>
          <a:p>
            <a:pPr algn="ctr">
              <a:spcBef>
                <a:spcPts val="35"/>
              </a:spcBef>
            </a:pPr>
            <a:endParaRPr lang="en-US" sz="1800" dirty="0">
              <a:latin typeface="Times New Roman" panose="02020603050405020304" pitchFamily="18" charset="0"/>
              <a:cs typeface="Times New Roman" panose="02020603050405020304" pitchFamily="18" charset="0"/>
            </a:endParaRPr>
          </a:p>
        </p:txBody>
      </p:sp>
      <p:grpSp>
        <p:nvGrpSpPr>
          <p:cNvPr id="15" name="Google Shape;48;p1">
            <a:extLst>
              <a:ext uri="{FF2B5EF4-FFF2-40B4-BE49-F238E27FC236}">
                <a16:creationId xmlns:a16="http://schemas.microsoft.com/office/drawing/2014/main" id="{F9487F08-A805-C41E-F7E2-A10E7B0C0189}"/>
              </a:ext>
            </a:extLst>
          </p:cNvPr>
          <p:cNvGrpSpPr/>
          <p:nvPr/>
        </p:nvGrpSpPr>
        <p:grpSpPr>
          <a:xfrm>
            <a:off x="371475" y="300035"/>
            <a:ext cx="11449050" cy="1511654"/>
            <a:chOff x="314960" y="345440"/>
            <a:chExt cx="11592560" cy="1838960"/>
          </a:xfrm>
        </p:grpSpPr>
        <p:sp>
          <p:nvSpPr>
            <p:cNvPr id="16" name="Google Shape;49;p1">
              <a:extLst>
                <a:ext uri="{FF2B5EF4-FFF2-40B4-BE49-F238E27FC236}">
                  <a16:creationId xmlns:a16="http://schemas.microsoft.com/office/drawing/2014/main" id="{8C171D88-A7CB-9334-8EE0-ACD51F610241}"/>
                </a:ext>
              </a:extLst>
            </p:cNvPr>
            <p:cNvSpPr/>
            <p:nvPr/>
          </p:nvSpPr>
          <p:spPr>
            <a:xfrm>
              <a:off x="314960" y="345440"/>
              <a:ext cx="11592560" cy="1838960"/>
            </a:xfrm>
            <a:custGeom>
              <a:avLst/>
              <a:gdLst/>
              <a:ahLst/>
              <a:cxnLst/>
              <a:rect l="l" t="t" r="r" b="b"/>
              <a:pathLst>
                <a:path w="11592560" h="1838960" extrusionOk="0">
                  <a:moveTo>
                    <a:pt x="0" y="0"/>
                  </a:moveTo>
                  <a:lnTo>
                    <a:pt x="11592560" y="0"/>
                  </a:lnTo>
                  <a:lnTo>
                    <a:pt x="11592560" y="1838960"/>
                  </a:lnTo>
                  <a:lnTo>
                    <a:pt x="0" y="1838960"/>
                  </a:lnTo>
                  <a:lnTo>
                    <a:pt x="0" y="0"/>
                  </a:lnTo>
                  <a:close/>
                </a:path>
              </a:pathLst>
            </a:custGeom>
            <a:noFill/>
            <a:ln w="38100" cap="flat" cmpd="sng">
              <a:solidFill>
                <a:srgbClr val="000000"/>
              </a:solidFill>
              <a:prstDash val="solid"/>
              <a:round/>
              <a:headEnd type="none" w="sm" len="sm"/>
              <a:tailEnd type="none" w="sm" len="sm"/>
            </a:ln>
          </p:spPr>
          <p:txBody>
            <a:bodyPr spcFirstLastPara="1" wrap="square" lIns="0" tIns="0" rIns="0" bIns="0" anchor="t" anchorCtr="0">
              <a:noAutofit/>
            </a:bodyPr>
            <a:lstStyle/>
            <a:p>
              <a:pPr marL="0" lvl="0" indent="0" algn="l" rtl="0">
                <a:spcBef>
                  <a:spcPts val="0"/>
                </a:spcBef>
                <a:spcAft>
                  <a:spcPts val="0"/>
                </a:spcAft>
                <a:buNone/>
              </a:pPr>
              <a:endParaRPr sz="1800"/>
            </a:p>
          </p:txBody>
        </p:sp>
        <p:pic>
          <p:nvPicPr>
            <p:cNvPr id="17" name="Google Shape;50;p1">
              <a:extLst>
                <a:ext uri="{FF2B5EF4-FFF2-40B4-BE49-F238E27FC236}">
                  <a16:creationId xmlns:a16="http://schemas.microsoft.com/office/drawing/2014/main" id="{E2F0F643-A473-3D40-DB12-2FE6CB0389D5}"/>
                </a:ext>
              </a:extLst>
            </p:cNvPr>
            <p:cNvPicPr preferRelativeResize="0"/>
            <p:nvPr/>
          </p:nvPicPr>
          <p:blipFill rotWithShape="1">
            <a:blip r:embed="rId2"/>
            <a:srcRect/>
            <a:stretch>
              <a:fillRect/>
            </a:stretch>
          </p:blipFill>
          <p:spPr>
            <a:xfrm>
              <a:off x="590309" y="507709"/>
              <a:ext cx="10972800" cy="1181038"/>
            </a:xfrm>
            <a:prstGeom prst="rect">
              <a:avLst/>
            </a:prstGeom>
            <a:noFill/>
            <a:ln>
              <a:noFill/>
            </a:ln>
          </p:spPr>
        </p:pic>
      </p:grpSp>
      <p:pic>
        <p:nvPicPr>
          <p:cNvPr id="21" name="Picture 20" descr="Agricultura de precisão: a revolução que transforma cada semente em dado, e cada dado em colheita">
            <a:extLst>
              <a:ext uri="{FF2B5EF4-FFF2-40B4-BE49-F238E27FC236}">
                <a16:creationId xmlns:a16="http://schemas.microsoft.com/office/drawing/2014/main" id="{2D9DA996-74E2-FECB-3F05-C17C827469E6}"/>
              </a:ext>
            </a:extLst>
          </p:cNvPr>
          <p:cNvPicPr>
            <a:picLocks noChangeAspect="1"/>
          </p:cNvPicPr>
          <p:nvPr/>
        </p:nvPicPr>
        <p:blipFill>
          <a:blip r:embed="rId3"/>
          <a:stretch>
            <a:fillRect/>
          </a:stretch>
        </p:blipFill>
        <p:spPr>
          <a:xfrm>
            <a:off x="9437464" y="2874078"/>
            <a:ext cx="2282020" cy="1520752"/>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57F31-D3AF-B52F-A2BD-E8777E4DBE94}"/>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B27FD41B-EDC8-670C-E8B5-F0DD19EB4C8B}"/>
              </a:ext>
            </a:extLst>
          </p:cNvPr>
          <p:cNvSpPr txBox="1"/>
          <p:nvPr/>
        </p:nvSpPr>
        <p:spPr>
          <a:xfrm>
            <a:off x="-75414" y="486081"/>
            <a:ext cx="12191999" cy="646331"/>
          </a:xfrm>
          <a:prstGeom prst="rect">
            <a:avLst/>
          </a:prstGeom>
          <a:noFill/>
        </p:spPr>
        <p:txBody>
          <a:bodyPr wrap="square" rtlCol="0">
            <a:spAutoFit/>
          </a:bodyPr>
          <a:lstStyle/>
          <a:p>
            <a:pPr algn="ctr"/>
            <a:r>
              <a:rPr lang="en-US" sz="3600" dirty="0">
                <a:latin typeface="Times New Roman" panose="02020603050405020304" pitchFamily="18" charset="0"/>
                <a:cs typeface="Times New Roman" panose="02020603050405020304" pitchFamily="18" charset="0"/>
              </a:rPr>
              <a:t>INTRODUCTION</a:t>
            </a:r>
          </a:p>
        </p:txBody>
      </p:sp>
      <p:pic>
        <p:nvPicPr>
          <p:cNvPr id="4" name="object 4">
            <a:extLst>
              <a:ext uri="{FF2B5EF4-FFF2-40B4-BE49-F238E27FC236}">
                <a16:creationId xmlns:a16="http://schemas.microsoft.com/office/drawing/2014/main" id="{2FE09E4A-60B1-488D-173F-29EDA0E1957B}"/>
              </a:ext>
            </a:extLst>
          </p:cNvPr>
          <p:cNvPicPr/>
          <p:nvPr/>
        </p:nvPicPr>
        <p:blipFill>
          <a:blip r:embed="rId2" cstate="print"/>
          <a:stretch>
            <a:fillRect/>
          </a:stretch>
        </p:blipFill>
        <p:spPr>
          <a:xfrm>
            <a:off x="341532" y="137799"/>
            <a:ext cx="1103582" cy="1342897"/>
          </a:xfrm>
          <a:prstGeom prst="rect">
            <a:avLst/>
          </a:prstGeom>
        </p:spPr>
      </p:pic>
      <p:pic>
        <p:nvPicPr>
          <p:cNvPr id="5" name="object 5">
            <a:extLst>
              <a:ext uri="{FF2B5EF4-FFF2-40B4-BE49-F238E27FC236}">
                <a16:creationId xmlns:a16="http://schemas.microsoft.com/office/drawing/2014/main" id="{8A4C89D2-4AC4-C0E2-9A44-A0305FCA50CA}"/>
              </a:ext>
            </a:extLst>
          </p:cNvPr>
          <p:cNvPicPr/>
          <p:nvPr/>
        </p:nvPicPr>
        <p:blipFill>
          <a:blip r:embed="rId3" cstate="print"/>
          <a:stretch>
            <a:fillRect/>
          </a:stretch>
        </p:blipFill>
        <p:spPr>
          <a:xfrm>
            <a:off x="10499443" y="117486"/>
            <a:ext cx="1520062" cy="1342897"/>
          </a:xfrm>
          <a:prstGeom prst="rect">
            <a:avLst/>
          </a:prstGeom>
        </p:spPr>
      </p:pic>
      <p:sp>
        <p:nvSpPr>
          <p:cNvPr id="10" name="AutoShape 4" descr="Image of ">
            <a:extLst>
              <a:ext uri="{FF2B5EF4-FFF2-40B4-BE49-F238E27FC236}">
                <a16:creationId xmlns:a16="http://schemas.microsoft.com/office/drawing/2014/main" id="{8045CEB3-3154-BC91-5ECD-890C06CEC04F}"/>
              </a:ext>
            </a:extLst>
          </p:cNvPr>
          <p:cNvSpPr>
            <a:spLocks noChangeAspect="1" noChangeArrowheads="1"/>
          </p:cNvSpPr>
          <p:nvPr/>
        </p:nvSpPr>
        <p:spPr bwMode="auto">
          <a:xfrm>
            <a:off x="2641600" y="2971800"/>
            <a:ext cx="1239520" cy="123952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8" name="Rectangle 3">
            <a:extLst>
              <a:ext uri="{FF2B5EF4-FFF2-40B4-BE49-F238E27FC236}">
                <a16:creationId xmlns:a16="http://schemas.microsoft.com/office/drawing/2014/main" id="{2FCC9CA0-F155-2A91-3908-6B6BC9E3C864}"/>
              </a:ext>
            </a:extLst>
          </p:cNvPr>
          <p:cNvSpPr>
            <a:spLocks noChangeArrowheads="1"/>
          </p:cNvSpPr>
          <p:nvPr/>
        </p:nvSpPr>
        <p:spPr bwMode="auto">
          <a:xfrm>
            <a:off x="670172" y="1884497"/>
            <a:ext cx="11192965" cy="4653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Agriculture generates large volumes of data related to crops, production, soil, and other agricultural factors. </a:t>
            </a:r>
          </a:p>
          <a:p>
            <a:pPr marL="342900" lvl="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Manual analysis of such data can be time-consuming and may not provide clear insights. </a:t>
            </a:r>
          </a:p>
          <a:p>
            <a:pPr marL="342900" lvl="0" indent="-342900" algn="just">
              <a:lnSpc>
                <a:spcPct val="150000"/>
              </a:lnSpc>
              <a:buFont typeface="Wingdings" panose="05000000000000000000" pitchFamily="2" charset="2"/>
              <a:buChar char="Ø"/>
            </a:pPr>
            <a:r>
              <a:rPr lang="en-IN" sz="2000" dirty="0" err="1">
                <a:latin typeface="Times New Roman" panose="02020603050405020304" pitchFamily="18" charset="0"/>
                <a:cs typeface="Times New Roman" panose="02020603050405020304" pitchFamily="18" charset="0"/>
              </a:rPr>
              <a:t>AgriVision</a:t>
            </a:r>
            <a:r>
              <a:rPr lang="en-IN" sz="2000" dirty="0">
                <a:latin typeface="Times New Roman" panose="02020603050405020304" pitchFamily="18" charset="0"/>
                <a:cs typeface="Times New Roman" panose="02020603050405020304" pitchFamily="18" charset="0"/>
              </a:rPr>
              <a:t> is a data-driven agricultural analysis platform designed to simplify the processing and understanding of agricultural datasets. </a:t>
            </a:r>
          </a:p>
          <a:p>
            <a:pPr marL="342900" lvl="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The system enables users to upload datasets, perform data analysis, visualize results through charts, and access insights through a dashboard. </a:t>
            </a:r>
          </a:p>
          <a:p>
            <a:pPr marL="342900" lvl="0" indent="-342900" algn="just">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It helps transform raw agricultural data into meaningful information to support better and more informed decision-making.</a:t>
            </a:r>
          </a:p>
          <a:p>
            <a:pPr marL="342900" marR="0" lvl="0" indent="-342900" algn="just" defTabSz="914400">
              <a:lnSpc>
                <a:spcPct val="150000"/>
              </a:lnSpc>
              <a:spcBef>
                <a:spcPct val="0"/>
              </a:spcBef>
              <a:spcAft>
                <a:spcPct val="0"/>
              </a:spcAft>
              <a:buClrTx/>
              <a:buSzTx/>
              <a:buFont typeface="Wingdings" panose="05000000000000000000" pitchFamily="2" charset="2"/>
              <a:buChar char="Ø"/>
              <a:tabLst/>
            </a:pPr>
            <a:endParaRPr lang="en-US" altLang="en-US" sz="2000" i="0" u="none" strike="noStrike" cap="none" normalizeH="0" baseline="0" dirty="0">
              <a:ln>
                <a:noFill/>
              </a:ln>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4659276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18C71-17AD-0293-9063-96ECF6F51B24}"/>
            </a:ext>
          </a:extLst>
        </p:cNvPr>
        <p:cNvGrpSpPr/>
        <p:nvPr/>
      </p:nvGrpSpPr>
      <p:grpSpPr>
        <a:xfrm>
          <a:off x="0" y="0"/>
          <a:ext cx="0" cy="0"/>
          <a:chOff x="0" y="0"/>
          <a:chExt cx="0" cy="0"/>
        </a:xfrm>
      </p:grpSpPr>
      <p:pic>
        <p:nvPicPr>
          <p:cNvPr id="4" name="object 4">
            <a:extLst>
              <a:ext uri="{FF2B5EF4-FFF2-40B4-BE49-F238E27FC236}">
                <a16:creationId xmlns:a16="http://schemas.microsoft.com/office/drawing/2014/main" id="{34F3F486-03FC-FF76-400E-D1B75F7119EB}"/>
              </a:ext>
            </a:extLst>
          </p:cNvPr>
          <p:cNvPicPr/>
          <p:nvPr/>
        </p:nvPicPr>
        <p:blipFill>
          <a:blip r:embed="rId3" cstate="print"/>
          <a:stretch>
            <a:fillRect/>
          </a:stretch>
        </p:blipFill>
        <p:spPr>
          <a:xfrm>
            <a:off x="357352" y="191643"/>
            <a:ext cx="1103582" cy="1342897"/>
          </a:xfrm>
          <a:prstGeom prst="rect">
            <a:avLst/>
          </a:prstGeom>
        </p:spPr>
      </p:pic>
      <p:pic>
        <p:nvPicPr>
          <p:cNvPr id="5" name="object 5">
            <a:extLst>
              <a:ext uri="{FF2B5EF4-FFF2-40B4-BE49-F238E27FC236}">
                <a16:creationId xmlns:a16="http://schemas.microsoft.com/office/drawing/2014/main" id="{8C875759-AEC6-3712-4A08-1B2E514FCBA0}"/>
              </a:ext>
            </a:extLst>
          </p:cNvPr>
          <p:cNvPicPr/>
          <p:nvPr/>
        </p:nvPicPr>
        <p:blipFill>
          <a:blip r:embed="rId4" cstate="print"/>
          <a:stretch>
            <a:fillRect/>
          </a:stretch>
        </p:blipFill>
        <p:spPr>
          <a:xfrm>
            <a:off x="10514203" y="191643"/>
            <a:ext cx="1520062" cy="1342897"/>
          </a:xfrm>
          <a:prstGeom prst="rect">
            <a:avLst/>
          </a:prstGeom>
        </p:spPr>
      </p:pic>
      <p:sp>
        <p:nvSpPr>
          <p:cNvPr id="10" name="AutoShape 4" descr="Image of ">
            <a:extLst>
              <a:ext uri="{FF2B5EF4-FFF2-40B4-BE49-F238E27FC236}">
                <a16:creationId xmlns:a16="http://schemas.microsoft.com/office/drawing/2014/main" id="{FE95E641-CBFD-5F4C-E55B-D6CB75CEE1E3}"/>
              </a:ext>
            </a:extLst>
          </p:cNvPr>
          <p:cNvSpPr>
            <a:spLocks noChangeAspect="1" noChangeArrowheads="1"/>
          </p:cNvSpPr>
          <p:nvPr/>
        </p:nvSpPr>
        <p:spPr bwMode="auto">
          <a:xfrm>
            <a:off x="2641600" y="2971800"/>
            <a:ext cx="1239520" cy="123952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TextBox 12">
            <a:extLst>
              <a:ext uri="{FF2B5EF4-FFF2-40B4-BE49-F238E27FC236}">
                <a16:creationId xmlns:a16="http://schemas.microsoft.com/office/drawing/2014/main" id="{3C780770-556C-8987-AAC1-638A97345E10}"/>
              </a:ext>
            </a:extLst>
          </p:cNvPr>
          <p:cNvSpPr txBox="1"/>
          <p:nvPr/>
        </p:nvSpPr>
        <p:spPr>
          <a:xfrm>
            <a:off x="0" y="515389"/>
            <a:ext cx="12192000" cy="646331"/>
          </a:xfrm>
          <a:prstGeom prst="rect">
            <a:avLst/>
          </a:prstGeom>
          <a:noFill/>
        </p:spPr>
        <p:txBody>
          <a:bodyPr wrap="square">
            <a:spAutoFit/>
          </a:bodyPr>
          <a:lstStyle/>
          <a:p>
            <a:pPr algn="ctr"/>
            <a:r>
              <a:rPr lang="en-US" sz="3600" dirty="0">
                <a:latin typeface="Times New Roman" panose="02020603050405020304" pitchFamily="18" charset="0"/>
                <a:cs typeface="Times New Roman" panose="02020603050405020304" pitchFamily="18" charset="0"/>
              </a:rPr>
              <a:t>OBJECTIVES</a:t>
            </a:r>
          </a:p>
        </p:txBody>
      </p:sp>
      <p:sp>
        <p:nvSpPr>
          <p:cNvPr id="8" name="Rectangle 4">
            <a:extLst>
              <a:ext uri="{FF2B5EF4-FFF2-40B4-BE49-F238E27FC236}">
                <a16:creationId xmlns:a16="http://schemas.microsoft.com/office/drawing/2014/main" id="{BE0EDC05-E64D-B187-F795-B69C5DDBCECB}"/>
              </a:ext>
            </a:extLst>
          </p:cNvPr>
          <p:cNvSpPr>
            <a:spLocks noChangeArrowheads="1"/>
          </p:cNvSpPr>
          <p:nvPr/>
        </p:nvSpPr>
        <p:spPr bwMode="auto">
          <a:xfrm>
            <a:off x="357352" y="1729553"/>
            <a:ext cx="6366111" cy="46130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lvl="0" indent="-285750">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Dataset Management:</a:t>
            </a:r>
            <a:r>
              <a:rPr lang="en-IN" dirty="0">
                <a:latin typeface="Times New Roman" panose="02020603050405020304" pitchFamily="18" charset="0"/>
                <a:cs typeface="Times New Roman" panose="02020603050405020304" pitchFamily="18" charset="0"/>
              </a:rPr>
              <a:t> Enable users to upload and manage agricultural datasets efficiently. </a:t>
            </a:r>
          </a:p>
          <a:p>
            <a:pPr marL="285750" lvl="0" indent="-285750">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Data Analysis:</a:t>
            </a:r>
            <a:r>
              <a:rPr lang="en-IN" dirty="0">
                <a:latin typeface="Times New Roman" panose="02020603050405020304" pitchFamily="18" charset="0"/>
                <a:cs typeface="Times New Roman" panose="02020603050405020304" pitchFamily="18" charset="0"/>
              </a:rPr>
              <a:t> Process and </a:t>
            </a:r>
            <a:r>
              <a:rPr lang="en-IN" dirty="0" err="1">
                <a:latin typeface="Times New Roman" panose="02020603050405020304" pitchFamily="18" charset="0"/>
                <a:cs typeface="Times New Roman" panose="02020603050405020304" pitchFamily="18" charset="0"/>
              </a:rPr>
              <a:t>analyze</a:t>
            </a:r>
            <a:r>
              <a:rPr lang="en-IN" dirty="0">
                <a:latin typeface="Times New Roman" panose="02020603050405020304" pitchFamily="18" charset="0"/>
                <a:cs typeface="Times New Roman" panose="02020603050405020304" pitchFamily="18" charset="0"/>
              </a:rPr>
              <a:t> agricultural data to identify meaningful patterns and insights. </a:t>
            </a:r>
          </a:p>
          <a:p>
            <a:pPr marL="285750" lvl="0" indent="-285750">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Interactive Dashboard:</a:t>
            </a:r>
            <a:r>
              <a:rPr lang="en-IN" dirty="0">
                <a:latin typeface="Times New Roman" panose="02020603050405020304" pitchFamily="18" charset="0"/>
                <a:cs typeface="Times New Roman" panose="02020603050405020304" pitchFamily="18" charset="0"/>
              </a:rPr>
              <a:t> Present important data and analysis results through an easy-to-understand dashboard. </a:t>
            </a:r>
          </a:p>
          <a:p>
            <a:pPr marL="285750" lvl="0" indent="-285750">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Data Visualization:</a:t>
            </a:r>
            <a:r>
              <a:rPr lang="en-IN" dirty="0">
                <a:latin typeface="Times New Roman" panose="02020603050405020304" pitchFamily="18" charset="0"/>
                <a:cs typeface="Times New Roman" panose="02020603050405020304" pitchFamily="18" charset="0"/>
              </a:rPr>
              <a:t> Generate charts and visual representations to simplify the interpretation of agricultural data. </a:t>
            </a:r>
          </a:p>
          <a:p>
            <a:pPr marL="285750" lvl="0" indent="-285750">
              <a:lnSpc>
                <a:spcPct val="150000"/>
              </a:lnSpc>
              <a:buFont typeface="Wingdings" panose="05000000000000000000" pitchFamily="2" charset="2"/>
              <a:buChar char="Ø"/>
            </a:pPr>
            <a:r>
              <a:rPr lang="en-IN" b="1" dirty="0">
                <a:latin typeface="Times New Roman" panose="02020603050405020304" pitchFamily="18" charset="0"/>
                <a:cs typeface="Times New Roman" panose="02020603050405020304" pitchFamily="18" charset="0"/>
              </a:rPr>
              <a:t>Report Generation:</a:t>
            </a:r>
            <a:r>
              <a:rPr lang="en-IN" dirty="0">
                <a:latin typeface="Times New Roman" panose="02020603050405020304" pitchFamily="18" charset="0"/>
                <a:cs typeface="Times New Roman" panose="02020603050405020304" pitchFamily="18" charset="0"/>
              </a:rPr>
              <a:t> Provide </a:t>
            </a:r>
            <a:r>
              <a:rPr lang="en-IN" dirty="0" err="1">
                <a:latin typeface="Times New Roman" panose="02020603050405020304" pitchFamily="18" charset="0"/>
                <a:cs typeface="Times New Roman" panose="02020603050405020304" pitchFamily="18" charset="0"/>
              </a:rPr>
              <a:t>analyzed</a:t>
            </a:r>
            <a:r>
              <a:rPr lang="en-IN" dirty="0">
                <a:latin typeface="Times New Roman" panose="02020603050405020304" pitchFamily="18" charset="0"/>
                <a:cs typeface="Times New Roman" panose="02020603050405020304" pitchFamily="18" charset="0"/>
              </a:rPr>
              <a:t> results and reports to support informed decision-making.</a:t>
            </a:r>
          </a:p>
          <a:p>
            <a:pPr marL="285750" marR="0" lvl="0" indent="-285750" algn="just" defTabSz="914400">
              <a:lnSpc>
                <a:spcPct val="150000"/>
              </a:lnSpc>
              <a:spcBef>
                <a:spcPct val="0"/>
              </a:spcBef>
              <a:spcAft>
                <a:spcPct val="0"/>
              </a:spcAft>
              <a:buClrTx/>
              <a:buSzTx/>
              <a:buFont typeface="Arial" panose="05000000000000000000" pitchFamily="2" charset="2"/>
              <a:buChar char="•"/>
              <a:tabLst/>
            </a:pPr>
            <a:endParaRPr lang="en-US" altLang="en-US" b="0" i="0" u="none" strike="noStrike" cap="none" normalizeH="0" baseline="0" dirty="0">
              <a:ln>
                <a:noFill/>
              </a:ln>
              <a:effectLst/>
              <a:latin typeface="Times New Roman" panose="02020603050405020304" pitchFamily="18" charset="0"/>
              <a:cs typeface="Times New Roman" panose="02020603050405020304" pitchFamily="18" charset="0"/>
            </a:endParaRPr>
          </a:p>
        </p:txBody>
      </p:sp>
      <p:pic>
        <p:nvPicPr>
          <p:cNvPr id="3" name="Picture 2" descr="As 10 Tecnologias Mais Eficientes para o Agronegócio: Utilidade, Aplicação e Resultados vs. Métodos Tradicionais – agrobrasildigital">
            <a:extLst>
              <a:ext uri="{FF2B5EF4-FFF2-40B4-BE49-F238E27FC236}">
                <a16:creationId xmlns:a16="http://schemas.microsoft.com/office/drawing/2014/main" id="{E0E0A489-25D8-D10C-5F30-31DAE457C5A8}"/>
              </a:ext>
            </a:extLst>
          </p:cNvPr>
          <p:cNvPicPr>
            <a:picLocks noChangeAspect="1"/>
          </p:cNvPicPr>
          <p:nvPr/>
        </p:nvPicPr>
        <p:blipFill>
          <a:blip r:embed="rId5"/>
          <a:stretch>
            <a:fillRect/>
          </a:stretch>
        </p:blipFill>
        <p:spPr>
          <a:xfrm>
            <a:off x="6962737" y="2383110"/>
            <a:ext cx="4904377" cy="2802501"/>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extLst>
      <p:ext uri="{BB962C8B-B14F-4D97-AF65-F5344CB8AC3E}">
        <p14:creationId xmlns:p14="http://schemas.microsoft.com/office/powerpoint/2010/main" val="7853908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49A1F6-9636-94BA-378A-35A0DBCD76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E01EAAB-4143-B927-86E6-4A9D1826CC56}"/>
              </a:ext>
            </a:extLst>
          </p:cNvPr>
          <p:cNvSpPr txBox="1"/>
          <p:nvPr/>
        </p:nvSpPr>
        <p:spPr>
          <a:xfrm>
            <a:off x="1" y="615007"/>
            <a:ext cx="12191999" cy="646331"/>
          </a:xfrm>
          <a:prstGeom prst="rect">
            <a:avLst/>
          </a:prstGeom>
          <a:noFill/>
        </p:spPr>
        <p:txBody>
          <a:bodyPr wrap="square" rtlCol="0">
            <a:spAutoFit/>
          </a:bodyPr>
          <a:lstStyle/>
          <a:p>
            <a:pPr algn="ctr"/>
            <a:r>
              <a:rPr lang="en-US" sz="3600" dirty="0">
                <a:latin typeface="Times New Roman" panose="02020603050405020304" pitchFamily="18" charset="0"/>
                <a:cs typeface="Times New Roman" panose="02020603050405020304" pitchFamily="18" charset="0"/>
              </a:rPr>
              <a:t>LITERATURE SURVEY </a:t>
            </a:r>
          </a:p>
        </p:txBody>
      </p:sp>
      <p:pic>
        <p:nvPicPr>
          <p:cNvPr id="4" name="object 4">
            <a:extLst>
              <a:ext uri="{FF2B5EF4-FFF2-40B4-BE49-F238E27FC236}">
                <a16:creationId xmlns:a16="http://schemas.microsoft.com/office/drawing/2014/main" id="{A23FA88E-B5D1-FFA8-EFA4-FEC14A444A6C}"/>
              </a:ext>
            </a:extLst>
          </p:cNvPr>
          <p:cNvPicPr/>
          <p:nvPr/>
        </p:nvPicPr>
        <p:blipFill>
          <a:blip r:embed="rId3" cstate="print"/>
          <a:stretch>
            <a:fillRect/>
          </a:stretch>
        </p:blipFill>
        <p:spPr>
          <a:xfrm>
            <a:off x="268862" y="146112"/>
            <a:ext cx="1103582" cy="1342897"/>
          </a:xfrm>
          <a:prstGeom prst="rect">
            <a:avLst/>
          </a:prstGeom>
        </p:spPr>
      </p:pic>
      <p:pic>
        <p:nvPicPr>
          <p:cNvPr id="5" name="object 5">
            <a:extLst>
              <a:ext uri="{FF2B5EF4-FFF2-40B4-BE49-F238E27FC236}">
                <a16:creationId xmlns:a16="http://schemas.microsoft.com/office/drawing/2014/main" id="{9607519D-C4FC-7304-0CE8-EABE851C7065}"/>
              </a:ext>
            </a:extLst>
          </p:cNvPr>
          <p:cNvPicPr/>
          <p:nvPr/>
        </p:nvPicPr>
        <p:blipFill>
          <a:blip r:embed="rId4" cstate="print"/>
          <a:stretch>
            <a:fillRect/>
          </a:stretch>
        </p:blipFill>
        <p:spPr>
          <a:xfrm>
            <a:off x="10403076" y="146111"/>
            <a:ext cx="1520062" cy="1342897"/>
          </a:xfrm>
          <a:prstGeom prst="rect">
            <a:avLst/>
          </a:prstGeom>
        </p:spPr>
      </p:pic>
      <p:graphicFrame>
        <p:nvGraphicFramePr>
          <p:cNvPr id="9" name="Table 8">
            <a:extLst>
              <a:ext uri="{FF2B5EF4-FFF2-40B4-BE49-F238E27FC236}">
                <a16:creationId xmlns:a16="http://schemas.microsoft.com/office/drawing/2014/main" id="{79E044F2-3B87-256F-1F0C-5A0C216C9AF9}"/>
              </a:ext>
            </a:extLst>
          </p:cNvPr>
          <p:cNvGraphicFramePr>
            <a:graphicFrameLocks noGrp="1"/>
          </p:cNvGraphicFramePr>
          <p:nvPr>
            <p:extLst>
              <p:ext uri="{D42A27DB-BD31-4B8C-83A1-F6EECF244321}">
                <p14:modId xmlns:p14="http://schemas.microsoft.com/office/powerpoint/2010/main" val="1644291960"/>
              </p:ext>
            </p:extLst>
          </p:nvPr>
        </p:nvGraphicFramePr>
        <p:xfrm>
          <a:off x="433633" y="1716680"/>
          <a:ext cx="11363835" cy="4845759"/>
        </p:xfrm>
        <a:graphic>
          <a:graphicData uri="http://schemas.openxmlformats.org/drawingml/2006/table">
            <a:tbl>
              <a:tblPr bandRow="1">
                <a:tableStyleId>{5940675A-B579-460E-94D1-54222C63F5DA}</a:tableStyleId>
              </a:tblPr>
              <a:tblGrid>
                <a:gridCol w="603315">
                  <a:extLst>
                    <a:ext uri="{9D8B030D-6E8A-4147-A177-3AD203B41FA5}">
                      <a16:colId xmlns:a16="http://schemas.microsoft.com/office/drawing/2014/main" val="3681222254"/>
                    </a:ext>
                  </a:extLst>
                </a:gridCol>
                <a:gridCol w="3403077">
                  <a:extLst>
                    <a:ext uri="{9D8B030D-6E8A-4147-A177-3AD203B41FA5}">
                      <a16:colId xmlns:a16="http://schemas.microsoft.com/office/drawing/2014/main" val="1416262462"/>
                    </a:ext>
                  </a:extLst>
                </a:gridCol>
                <a:gridCol w="1555422">
                  <a:extLst>
                    <a:ext uri="{9D8B030D-6E8A-4147-A177-3AD203B41FA5}">
                      <a16:colId xmlns:a16="http://schemas.microsoft.com/office/drawing/2014/main" val="1081702579"/>
                    </a:ext>
                  </a:extLst>
                </a:gridCol>
                <a:gridCol w="622169">
                  <a:extLst>
                    <a:ext uri="{9D8B030D-6E8A-4147-A177-3AD203B41FA5}">
                      <a16:colId xmlns:a16="http://schemas.microsoft.com/office/drawing/2014/main" val="2042204560"/>
                    </a:ext>
                  </a:extLst>
                </a:gridCol>
                <a:gridCol w="1894788">
                  <a:extLst>
                    <a:ext uri="{9D8B030D-6E8A-4147-A177-3AD203B41FA5}">
                      <a16:colId xmlns:a16="http://schemas.microsoft.com/office/drawing/2014/main" val="2548772655"/>
                    </a:ext>
                  </a:extLst>
                </a:gridCol>
                <a:gridCol w="3285064">
                  <a:extLst>
                    <a:ext uri="{9D8B030D-6E8A-4147-A177-3AD203B41FA5}">
                      <a16:colId xmlns:a16="http://schemas.microsoft.com/office/drawing/2014/main" val="4203980823"/>
                    </a:ext>
                  </a:extLst>
                </a:gridCol>
              </a:tblGrid>
              <a:tr h="0">
                <a:tc>
                  <a:txBody>
                    <a:bodyPr/>
                    <a:lstStyle/>
                    <a:p>
                      <a:pPr>
                        <a:buNone/>
                      </a:pPr>
                      <a:r>
                        <a:rPr lang="en-IN" sz="1600" b="1">
                          <a:latin typeface="Times New Roman" panose="02020603050405020304" pitchFamily="18" charset="0"/>
                          <a:cs typeface="Times New Roman" panose="02020603050405020304" pitchFamily="18" charset="0"/>
                        </a:rPr>
                        <a:t>S.No</a:t>
                      </a: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Title</a:t>
                      </a:r>
                    </a:p>
                  </a:txBody>
                  <a:tcPr anchor="ctr"/>
                </a:tc>
                <a:tc>
                  <a:txBody>
                    <a:bodyPr/>
                    <a:lstStyle/>
                    <a:p>
                      <a:pPr>
                        <a:buNone/>
                      </a:pPr>
                      <a:r>
                        <a:rPr lang="en-IN" sz="1600" b="1">
                          <a:latin typeface="Times New Roman" panose="02020603050405020304" pitchFamily="18" charset="0"/>
                          <a:cs typeface="Times New Roman" panose="02020603050405020304" pitchFamily="18" charset="0"/>
                        </a:rPr>
                        <a:t>Authors</a:t>
                      </a:r>
                    </a:p>
                  </a:txBody>
                  <a:tcPr anchor="ctr"/>
                </a:tc>
                <a:tc>
                  <a:txBody>
                    <a:bodyPr/>
                    <a:lstStyle/>
                    <a:p>
                      <a:pPr algn="r">
                        <a:buNone/>
                      </a:pPr>
                      <a:r>
                        <a:rPr lang="en-IN" sz="1600" b="1">
                          <a:latin typeface="Times New Roman" panose="02020603050405020304" pitchFamily="18" charset="0"/>
                          <a:cs typeface="Times New Roman" panose="02020603050405020304" pitchFamily="18" charset="0"/>
                        </a:rPr>
                        <a:t>Year</a:t>
                      </a:r>
                    </a:p>
                  </a:txBody>
                  <a:tcPr anchor="ctr"/>
                </a:tc>
                <a:tc>
                  <a:txBody>
                    <a:bodyPr/>
                    <a:lstStyle/>
                    <a:p>
                      <a:pPr>
                        <a:buNone/>
                      </a:pPr>
                      <a:r>
                        <a:rPr lang="en-IN" sz="1600" b="1">
                          <a:latin typeface="Times New Roman" panose="02020603050405020304" pitchFamily="18" charset="0"/>
                          <a:cs typeface="Times New Roman" panose="02020603050405020304" pitchFamily="18" charset="0"/>
                        </a:rPr>
                        <a:t>Techniques Used</a:t>
                      </a:r>
                    </a:p>
                  </a:txBody>
                  <a:tcPr anchor="ctr"/>
                </a:tc>
                <a:tc>
                  <a:txBody>
                    <a:bodyPr/>
                    <a:lstStyle/>
                    <a:p>
                      <a:pPr>
                        <a:buNone/>
                      </a:pPr>
                      <a:r>
                        <a:rPr lang="en-IN" sz="1600" b="1" dirty="0">
                          <a:latin typeface="Times New Roman" panose="02020603050405020304" pitchFamily="18" charset="0"/>
                          <a:cs typeface="Times New Roman" panose="02020603050405020304" pitchFamily="18" charset="0"/>
                        </a:rPr>
                        <a:t>Problem Addressed </a:t>
                      </a:r>
                    </a:p>
                  </a:txBody>
                  <a:tcPr anchor="ctr"/>
                </a:tc>
                <a:extLst>
                  <a:ext uri="{0D108BD9-81ED-4DB2-BD59-A6C34878D82A}">
                    <a16:rowId xmlns:a16="http://schemas.microsoft.com/office/drawing/2014/main" val="350145333"/>
                  </a:ext>
                </a:extLst>
              </a:tr>
              <a:tr h="0">
                <a:tc>
                  <a:txBody>
                    <a:bodyPr/>
                    <a:lstStyle/>
                    <a:p>
                      <a:pPr>
                        <a:buNone/>
                      </a:pPr>
                      <a:r>
                        <a:rPr lang="en-IN" sz="1600">
                          <a:latin typeface="Times New Roman" panose="02020603050405020304" pitchFamily="18" charset="0"/>
                          <a:cs typeface="Times New Roman" panose="02020603050405020304" pitchFamily="18" charset="0"/>
                        </a:rPr>
                        <a:t>1</a:t>
                      </a:r>
                    </a:p>
                  </a:txBody>
                  <a:tcPr anchor="ctr"/>
                </a:tc>
                <a:tc>
                  <a:txBody>
                    <a:bodyPr/>
                    <a:lstStyle/>
                    <a:p>
                      <a:pPr>
                        <a:buNone/>
                      </a:pPr>
                      <a:r>
                        <a:rPr lang="en-US" sz="1600">
                          <a:latin typeface="Times New Roman" panose="02020603050405020304" pitchFamily="18" charset="0"/>
                          <a:cs typeface="Times New Roman" panose="02020603050405020304" pitchFamily="18" charset="0"/>
                        </a:rPr>
                        <a:t>Predicting Sustainable Crop Yields: Deep Learning and Explainable AI Tools</a:t>
                      </a:r>
                    </a:p>
                  </a:txBody>
                  <a:tcPr anchor="ctr"/>
                </a:tc>
                <a:tc>
                  <a:txBody>
                    <a:bodyPr/>
                    <a:lstStyle/>
                    <a:p>
                      <a:pPr>
                        <a:buNone/>
                      </a:pPr>
                      <a:r>
                        <a:rPr lang="en-IN" sz="1600">
                          <a:latin typeface="Times New Roman" panose="02020603050405020304" pitchFamily="18" charset="0"/>
                          <a:cs typeface="Times New Roman" panose="02020603050405020304" pitchFamily="18" charset="0"/>
                        </a:rPr>
                        <a:t>I. Malashin et al.</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2024</a:t>
                      </a:r>
                    </a:p>
                  </a:txBody>
                  <a:tcPr anchor="ctr"/>
                </a:tc>
                <a:tc>
                  <a:txBody>
                    <a:bodyPr/>
                    <a:lstStyle/>
                    <a:p>
                      <a:pPr>
                        <a:buNone/>
                      </a:pPr>
                      <a:r>
                        <a:rPr lang="en-IN" sz="1600">
                          <a:latin typeface="Times New Roman" panose="02020603050405020304" pitchFamily="18" charset="0"/>
                          <a:cs typeface="Times New Roman" panose="02020603050405020304" pitchFamily="18" charset="0"/>
                        </a:rPr>
                        <a:t>Deep Learning, XAI</a:t>
                      </a:r>
                    </a:p>
                  </a:txBody>
                  <a:tcPr anchor="ctr"/>
                </a:tc>
                <a:tc>
                  <a:txBody>
                    <a:bodyPr/>
                    <a:lstStyle/>
                    <a:p>
                      <a:pPr>
                        <a:buNone/>
                      </a:pPr>
                      <a:r>
                        <a:rPr lang="en-US" sz="1600">
                          <a:latin typeface="Times New Roman" panose="02020603050405020304" pitchFamily="18" charset="0"/>
                          <a:cs typeface="Times New Roman" panose="02020603050405020304" pitchFamily="18" charset="0"/>
                        </a:rPr>
                        <a:t>Models can be complex and difficult for users to interpret.</a:t>
                      </a:r>
                    </a:p>
                  </a:txBody>
                  <a:tcPr anchor="ctr"/>
                </a:tc>
                <a:extLst>
                  <a:ext uri="{0D108BD9-81ED-4DB2-BD59-A6C34878D82A}">
                    <a16:rowId xmlns:a16="http://schemas.microsoft.com/office/drawing/2014/main" val="216819279"/>
                  </a:ext>
                </a:extLst>
              </a:tr>
              <a:tr h="0">
                <a:tc>
                  <a:txBody>
                    <a:bodyPr/>
                    <a:lstStyle/>
                    <a:p>
                      <a:pPr>
                        <a:buNone/>
                      </a:pPr>
                      <a:r>
                        <a:rPr lang="en-IN" sz="1600">
                          <a:latin typeface="Times New Roman" panose="02020603050405020304" pitchFamily="18" charset="0"/>
                          <a:cs typeface="Times New Roman" panose="02020603050405020304" pitchFamily="18" charset="0"/>
                        </a:rPr>
                        <a:t>2</a:t>
                      </a:r>
                    </a:p>
                  </a:txBody>
                  <a:tcPr anchor="ctr"/>
                </a:tc>
                <a:tc>
                  <a:txBody>
                    <a:bodyPr/>
                    <a:lstStyle/>
                    <a:p>
                      <a:pPr>
                        <a:buNone/>
                      </a:pPr>
                      <a:r>
                        <a:rPr lang="en-US" sz="1600">
                          <a:latin typeface="Times New Roman" panose="02020603050405020304" pitchFamily="18" charset="0"/>
                          <a:cs typeface="Times New Roman" panose="02020603050405020304" pitchFamily="18" charset="0"/>
                        </a:rPr>
                        <a:t>Applications of Artificial Intelligence, Machine Learning, and Deep Learning in Plant Breeding</a:t>
                      </a:r>
                    </a:p>
                  </a:txBody>
                  <a:tcPr anchor="ctr"/>
                </a:tc>
                <a:tc>
                  <a:txBody>
                    <a:bodyPr/>
                    <a:lstStyle/>
                    <a:p>
                      <a:pPr>
                        <a:buNone/>
                      </a:pPr>
                      <a:r>
                        <a:rPr lang="en-IN" sz="1600">
                          <a:latin typeface="Times New Roman" panose="02020603050405020304" pitchFamily="18" charset="0"/>
                          <a:cs typeface="Times New Roman" panose="02020603050405020304" pitchFamily="18" charset="0"/>
                        </a:rPr>
                        <a:t>M. Eftekhari et al.</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2024</a:t>
                      </a:r>
                    </a:p>
                  </a:txBody>
                  <a:tcPr anchor="ctr"/>
                </a:tc>
                <a:tc>
                  <a:txBody>
                    <a:bodyPr/>
                    <a:lstStyle/>
                    <a:p>
                      <a:pPr>
                        <a:buNone/>
                      </a:pPr>
                      <a:r>
                        <a:rPr lang="en-IN" sz="1600">
                          <a:latin typeface="Times New Roman" panose="02020603050405020304" pitchFamily="18" charset="0"/>
                          <a:cs typeface="Times New Roman" panose="02020603050405020304" pitchFamily="18" charset="0"/>
                        </a:rPr>
                        <a:t>AI, ML, Deep Learning</a:t>
                      </a:r>
                    </a:p>
                  </a:txBody>
                  <a:tcPr anchor="ctr"/>
                </a:tc>
                <a:tc>
                  <a:txBody>
                    <a:bodyPr/>
                    <a:lstStyle/>
                    <a:p>
                      <a:pPr>
                        <a:buNone/>
                      </a:pPr>
                      <a:r>
                        <a:rPr lang="en-US" sz="1600">
                          <a:latin typeface="Times New Roman" panose="02020603050405020304" pitchFamily="18" charset="0"/>
                          <a:cs typeface="Times New Roman" panose="02020603050405020304" pitchFamily="18" charset="0"/>
                        </a:rPr>
                        <a:t>Integrating and interpreting large agricultural datasets remains challenging.</a:t>
                      </a:r>
                    </a:p>
                  </a:txBody>
                  <a:tcPr anchor="ctr"/>
                </a:tc>
                <a:extLst>
                  <a:ext uri="{0D108BD9-81ED-4DB2-BD59-A6C34878D82A}">
                    <a16:rowId xmlns:a16="http://schemas.microsoft.com/office/drawing/2014/main" val="2093373340"/>
                  </a:ext>
                </a:extLst>
              </a:tr>
              <a:tr h="0">
                <a:tc>
                  <a:txBody>
                    <a:bodyPr/>
                    <a:lstStyle/>
                    <a:p>
                      <a:pPr>
                        <a:buNone/>
                      </a:pPr>
                      <a:r>
                        <a:rPr lang="en-IN" sz="1600">
                          <a:latin typeface="Times New Roman" panose="02020603050405020304" pitchFamily="18" charset="0"/>
                          <a:cs typeface="Times New Roman" panose="02020603050405020304" pitchFamily="18" charset="0"/>
                        </a:rPr>
                        <a:t>3</a:t>
                      </a:r>
                    </a:p>
                  </a:txBody>
                  <a:tcPr anchor="ctr"/>
                </a:tc>
                <a:tc>
                  <a:txBody>
                    <a:bodyPr/>
                    <a:lstStyle/>
                    <a:p>
                      <a:pPr>
                        <a:buNone/>
                      </a:pPr>
                      <a:r>
                        <a:rPr lang="en-US" sz="1600">
                          <a:latin typeface="Times New Roman" panose="02020603050405020304" pitchFamily="18" charset="0"/>
                          <a:cs typeface="Times New Roman" panose="02020603050405020304" pitchFamily="18" charset="0"/>
                        </a:rPr>
                        <a:t>A Comparative Study of Machine Learning Models in Predicting Crop Yield</a:t>
                      </a:r>
                    </a:p>
                  </a:txBody>
                  <a:tcPr anchor="ctr"/>
                </a:tc>
                <a:tc>
                  <a:txBody>
                    <a:bodyPr/>
                    <a:lstStyle/>
                    <a:p>
                      <a:pPr>
                        <a:buNone/>
                      </a:pPr>
                      <a:r>
                        <a:rPr lang="da-DK" sz="1600">
                          <a:latin typeface="Times New Roman" panose="02020603050405020304" pitchFamily="18" charset="0"/>
                          <a:cs typeface="Times New Roman" panose="02020603050405020304" pitchFamily="18" charset="0"/>
                        </a:rPr>
                        <a:t>B. M. Lionel et al.</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2025</a:t>
                      </a:r>
                    </a:p>
                  </a:txBody>
                  <a:tcPr anchor="ctr"/>
                </a:tc>
                <a:tc>
                  <a:txBody>
                    <a:bodyPr/>
                    <a:lstStyle/>
                    <a:p>
                      <a:pPr>
                        <a:buNone/>
                      </a:pPr>
                      <a:r>
                        <a:rPr lang="en-IN" sz="1600">
                          <a:latin typeface="Times New Roman" panose="02020603050405020304" pitchFamily="18" charset="0"/>
                          <a:cs typeface="Times New Roman" panose="02020603050405020304" pitchFamily="18" charset="0"/>
                        </a:rPr>
                        <a:t>Machine Learning, Regression</a:t>
                      </a:r>
                    </a:p>
                  </a:txBody>
                  <a:tcPr anchor="ctr"/>
                </a:tc>
                <a:tc>
                  <a:txBody>
                    <a:bodyPr/>
                    <a:lstStyle/>
                    <a:p>
                      <a:pPr>
                        <a:buNone/>
                      </a:pPr>
                      <a:r>
                        <a:rPr lang="en-US" sz="1600">
                          <a:latin typeface="Times New Roman" panose="02020603050405020304" pitchFamily="18" charset="0"/>
                          <a:cs typeface="Times New Roman" panose="02020603050405020304" pitchFamily="18" charset="0"/>
                        </a:rPr>
                        <a:t>Different models perform differently across datasets, requiring suitable model selection and evaluation.</a:t>
                      </a:r>
                    </a:p>
                  </a:txBody>
                  <a:tcPr anchor="ctr"/>
                </a:tc>
                <a:extLst>
                  <a:ext uri="{0D108BD9-81ED-4DB2-BD59-A6C34878D82A}">
                    <a16:rowId xmlns:a16="http://schemas.microsoft.com/office/drawing/2014/main" val="51024191"/>
                  </a:ext>
                </a:extLst>
              </a:tr>
              <a:tr h="0">
                <a:tc>
                  <a:txBody>
                    <a:bodyPr/>
                    <a:lstStyle/>
                    <a:p>
                      <a:pPr>
                        <a:buNone/>
                      </a:pPr>
                      <a:r>
                        <a:rPr lang="en-IN" sz="1600">
                          <a:latin typeface="Times New Roman" panose="02020603050405020304" pitchFamily="18" charset="0"/>
                          <a:cs typeface="Times New Roman" panose="02020603050405020304" pitchFamily="18" charset="0"/>
                        </a:rPr>
                        <a:t>4</a:t>
                      </a:r>
                    </a:p>
                  </a:txBody>
                  <a:tcPr anchor="ctr"/>
                </a:tc>
                <a:tc>
                  <a:txBody>
                    <a:bodyPr/>
                    <a:lstStyle/>
                    <a:p>
                      <a:pPr>
                        <a:buNone/>
                      </a:pPr>
                      <a:r>
                        <a:rPr lang="en-US" sz="1600">
                          <a:latin typeface="Times New Roman" panose="02020603050405020304" pitchFamily="18" charset="0"/>
                          <a:cs typeface="Times New Roman" panose="02020603050405020304" pitchFamily="18" charset="0"/>
                        </a:rPr>
                        <a:t>Enhancing Crop Yield Prediction Through Machine Learning Regression Analysis</a:t>
                      </a:r>
                    </a:p>
                  </a:txBody>
                  <a:tcPr anchor="ctr"/>
                </a:tc>
                <a:tc>
                  <a:txBody>
                    <a:bodyPr/>
                    <a:lstStyle/>
                    <a:p>
                      <a:pPr>
                        <a:buNone/>
                      </a:pPr>
                      <a:r>
                        <a:rPr lang="en-IN" sz="1600">
                          <a:latin typeface="Times New Roman" panose="02020603050405020304" pitchFamily="18" charset="0"/>
                          <a:cs typeface="Times New Roman" panose="02020603050405020304" pitchFamily="18" charset="0"/>
                        </a:rPr>
                        <a:t>S. Sharma et al.</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2025</a:t>
                      </a:r>
                    </a:p>
                  </a:txBody>
                  <a:tcPr anchor="ctr"/>
                </a:tc>
                <a:tc>
                  <a:txBody>
                    <a:bodyPr/>
                    <a:lstStyle/>
                    <a:p>
                      <a:pPr>
                        <a:buNone/>
                      </a:pPr>
                      <a:r>
                        <a:rPr lang="en-IN" sz="1600">
                          <a:latin typeface="Times New Roman" panose="02020603050405020304" pitchFamily="18" charset="0"/>
                          <a:cs typeface="Times New Roman" panose="02020603050405020304" pitchFamily="18" charset="0"/>
                        </a:rPr>
                        <a:t>ML Regression</a:t>
                      </a:r>
                    </a:p>
                  </a:txBody>
                  <a:tcPr anchor="ctr"/>
                </a:tc>
                <a:tc>
                  <a:txBody>
                    <a:bodyPr/>
                    <a:lstStyle/>
                    <a:p>
                      <a:pPr>
                        <a:buNone/>
                      </a:pPr>
                      <a:r>
                        <a:rPr lang="en-US" sz="1600">
                          <a:latin typeface="Times New Roman" panose="02020603050405020304" pitchFamily="18" charset="0"/>
                          <a:cs typeface="Times New Roman" panose="02020603050405020304" pitchFamily="18" charset="0"/>
                        </a:rPr>
                        <a:t>Agricultural datasets require effective preprocessing and analysis before prediction.</a:t>
                      </a:r>
                    </a:p>
                  </a:txBody>
                  <a:tcPr anchor="ctr"/>
                </a:tc>
                <a:extLst>
                  <a:ext uri="{0D108BD9-81ED-4DB2-BD59-A6C34878D82A}">
                    <a16:rowId xmlns:a16="http://schemas.microsoft.com/office/drawing/2014/main" val="1992558129"/>
                  </a:ext>
                </a:extLst>
              </a:tr>
              <a:tr h="1218639">
                <a:tc>
                  <a:txBody>
                    <a:bodyPr/>
                    <a:lstStyle/>
                    <a:p>
                      <a:pPr>
                        <a:buNone/>
                      </a:pPr>
                      <a:r>
                        <a:rPr lang="en-IN" sz="1600">
                          <a:latin typeface="Times New Roman" panose="02020603050405020304" pitchFamily="18" charset="0"/>
                          <a:cs typeface="Times New Roman" panose="02020603050405020304" pitchFamily="18" charset="0"/>
                        </a:rPr>
                        <a:t>5</a:t>
                      </a:r>
                    </a:p>
                  </a:txBody>
                  <a:tcPr anchor="ctr"/>
                </a:tc>
                <a:tc>
                  <a:txBody>
                    <a:bodyPr/>
                    <a:lstStyle/>
                    <a:p>
                      <a:pPr>
                        <a:buNone/>
                      </a:pPr>
                      <a:r>
                        <a:rPr lang="en-US" sz="1600">
                          <a:latin typeface="Times New Roman" panose="02020603050405020304" pitchFamily="18" charset="0"/>
                          <a:cs typeface="Times New Roman" panose="02020603050405020304" pitchFamily="18" charset="0"/>
                        </a:rPr>
                        <a:t>Interpretable Machine Learning for Legume Yield Prediction Using Satellite Remote Sensing Data</a:t>
                      </a:r>
                    </a:p>
                  </a:txBody>
                  <a:tcPr anchor="ctr"/>
                </a:tc>
                <a:tc>
                  <a:txBody>
                    <a:bodyPr/>
                    <a:lstStyle/>
                    <a:p>
                      <a:pPr>
                        <a:buNone/>
                      </a:pPr>
                      <a:r>
                        <a:rPr lang="en-IN" sz="1600">
                          <a:latin typeface="Times New Roman" panose="02020603050405020304" pitchFamily="18" charset="0"/>
                          <a:cs typeface="Times New Roman" panose="02020603050405020304" pitchFamily="18" charset="0"/>
                        </a:rPr>
                        <a:t>T. Petropoulos et al.</a:t>
                      </a:r>
                    </a:p>
                  </a:txBody>
                  <a:tcPr anchor="ctr"/>
                </a:tc>
                <a:tc>
                  <a:txBody>
                    <a:bodyPr/>
                    <a:lstStyle/>
                    <a:p>
                      <a:pPr algn="r">
                        <a:buNone/>
                      </a:pPr>
                      <a:r>
                        <a:rPr lang="en-IN" sz="1600">
                          <a:latin typeface="Times New Roman" panose="02020603050405020304" pitchFamily="18" charset="0"/>
                          <a:cs typeface="Times New Roman" panose="02020603050405020304" pitchFamily="18" charset="0"/>
                        </a:rPr>
                        <a:t>2025</a:t>
                      </a:r>
                    </a:p>
                  </a:txBody>
                  <a:tcPr anchor="ctr"/>
                </a:tc>
                <a:tc>
                  <a:txBody>
                    <a:bodyPr/>
                    <a:lstStyle/>
                    <a:p>
                      <a:pPr>
                        <a:buNone/>
                      </a:pPr>
                      <a:r>
                        <a:rPr lang="en-IN" sz="1600">
                          <a:latin typeface="Times New Roman" panose="02020603050405020304" pitchFamily="18" charset="0"/>
                          <a:cs typeface="Times New Roman" panose="02020603050405020304" pitchFamily="18" charset="0"/>
                        </a:rPr>
                        <a:t>Interpretable ML, Remote Sensing</a:t>
                      </a:r>
                    </a:p>
                  </a:txBody>
                  <a:tcPr anchor="ctr"/>
                </a:tc>
                <a:tc>
                  <a:txBody>
                    <a:bodyPr/>
                    <a:lstStyle/>
                    <a:p>
                      <a:pPr>
                        <a:buNone/>
                      </a:pPr>
                      <a:r>
                        <a:rPr lang="en-US" sz="1600" dirty="0">
                          <a:latin typeface="Times New Roman" panose="02020603050405020304" pitchFamily="18" charset="0"/>
                          <a:cs typeface="Times New Roman" panose="02020603050405020304" pitchFamily="18" charset="0"/>
                        </a:rPr>
                        <a:t>Advanced prediction methods still require better interpretability for practical agricultural decision-making.</a:t>
                      </a:r>
                    </a:p>
                  </a:txBody>
                  <a:tcPr anchor="ctr"/>
                </a:tc>
                <a:extLst>
                  <a:ext uri="{0D108BD9-81ED-4DB2-BD59-A6C34878D82A}">
                    <a16:rowId xmlns:a16="http://schemas.microsoft.com/office/drawing/2014/main" val="1980348615"/>
                  </a:ext>
                </a:extLst>
              </a:tr>
            </a:tbl>
          </a:graphicData>
        </a:graphic>
      </p:graphicFrame>
    </p:spTree>
    <p:extLst>
      <p:ext uri="{BB962C8B-B14F-4D97-AF65-F5344CB8AC3E}">
        <p14:creationId xmlns:p14="http://schemas.microsoft.com/office/powerpoint/2010/main" val="20523426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3F1BD3-2D47-67BD-747F-3A4FF0C6044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4897D9B-89BA-EFF3-7CCE-BC7083AAC52C}"/>
              </a:ext>
            </a:extLst>
          </p:cNvPr>
          <p:cNvSpPr txBox="1"/>
          <p:nvPr/>
        </p:nvSpPr>
        <p:spPr>
          <a:xfrm>
            <a:off x="1" y="615007"/>
            <a:ext cx="12191999" cy="646331"/>
          </a:xfrm>
          <a:prstGeom prst="rect">
            <a:avLst/>
          </a:prstGeom>
          <a:noFill/>
        </p:spPr>
        <p:txBody>
          <a:bodyPr wrap="square" rtlCol="0">
            <a:spAutoFit/>
          </a:bodyPr>
          <a:lstStyle/>
          <a:p>
            <a:pPr algn="ctr"/>
            <a:r>
              <a:rPr lang="en-US" sz="3600" dirty="0">
                <a:latin typeface="Times New Roman" panose="02020603050405020304" pitchFamily="18" charset="0"/>
                <a:cs typeface="Times New Roman" panose="02020603050405020304" pitchFamily="18" charset="0"/>
              </a:rPr>
              <a:t>EXISTING SYSTEM</a:t>
            </a:r>
          </a:p>
        </p:txBody>
      </p:sp>
      <p:pic>
        <p:nvPicPr>
          <p:cNvPr id="4" name="object 4">
            <a:extLst>
              <a:ext uri="{FF2B5EF4-FFF2-40B4-BE49-F238E27FC236}">
                <a16:creationId xmlns:a16="http://schemas.microsoft.com/office/drawing/2014/main" id="{89B4382E-0511-23A6-19A2-74771568EF21}"/>
              </a:ext>
            </a:extLst>
          </p:cNvPr>
          <p:cNvPicPr/>
          <p:nvPr/>
        </p:nvPicPr>
        <p:blipFill>
          <a:blip r:embed="rId2" cstate="print"/>
          <a:stretch>
            <a:fillRect/>
          </a:stretch>
        </p:blipFill>
        <p:spPr>
          <a:xfrm>
            <a:off x="524992" y="191643"/>
            <a:ext cx="1103582" cy="1342897"/>
          </a:xfrm>
          <a:prstGeom prst="rect">
            <a:avLst/>
          </a:prstGeom>
        </p:spPr>
      </p:pic>
      <p:pic>
        <p:nvPicPr>
          <p:cNvPr id="5" name="object 5">
            <a:extLst>
              <a:ext uri="{FF2B5EF4-FFF2-40B4-BE49-F238E27FC236}">
                <a16:creationId xmlns:a16="http://schemas.microsoft.com/office/drawing/2014/main" id="{49D3B425-FE12-9479-DDB1-E5717867375A}"/>
              </a:ext>
            </a:extLst>
          </p:cNvPr>
          <p:cNvPicPr/>
          <p:nvPr/>
        </p:nvPicPr>
        <p:blipFill>
          <a:blip r:embed="rId3" cstate="print"/>
          <a:stretch>
            <a:fillRect/>
          </a:stretch>
        </p:blipFill>
        <p:spPr>
          <a:xfrm>
            <a:off x="10272497" y="191643"/>
            <a:ext cx="1520062" cy="1342897"/>
          </a:xfrm>
          <a:prstGeom prst="rect">
            <a:avLst/>
          </a:prstGeom>
        </p:spPr>
      </p:pic>
      <p:sp>
        <p:nvSpPr>
          <p:cNvPr id="7" name="Rectangle 2">
            <a:extLst>
              <a:ext uri="{FF2B5EF4-FFF2-40B4-BE49-F238E27FC236}">
                <a16:creationId xmlns:a16="http://schemas.microsoft.com/office/drawing/2014/main" id="{A74BF758-6663-5913-D4E6-87DBD7801759}"/>
              </a:ext>
            </a:extLst>
          </p:cNvPr>
          <p:cNvSpPr>
            <a:spLocks noChangeArrowheads="1"/>
          </p:cNvSpPr>
          <p:nvPr/>
        </p:nvSpPr>
        <p:spPr bwMode="auto">
          <a:xfrm>
            <a:off x="4994040" y="1684702"/>
            <a:ext cx="6798519" cy="55769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Agricultural data is often stored in different files and formats, making it difficult to manage and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a:t>
            </a: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Manual data analysis can be time-consuming and may not provide clear insights.</a:t>
            </a: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Existing approaches may lack an integrated platform for data upload, analysis, visualization, and reporting.</a:t>
            </a: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Understanding large datasets without proper charts and dashboards can be difficult.</a:t>
            </a:r>
          </a:p>
          <a:p>
            <a:pPr marL="34290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 There is a need for a centralized system that transforms raw agricultural data into meaningful insights for better decision-making.</a:t>
            </a:r>
          </a:p>
          <a:p>
            <a:pPr marL="342900" marR="0" lvl="0" indent="-342900" algn="just" defTabSz="914400">
              <a:lnSpc>
                <a:spcPct val="150000"/>
              </a:lnSpc>
              <a:spcBef>
                <a:spcPct val="0"/>
              </a:spcBef>
              <a:spcAft>
                <a:spcPct val="0"/>
              </a:spcAft>
              <a:buClrTx/>
              <a:buSzTx/>
              <a:buFont typeface="Wingdings" panose="05000000000000000000" pitchFamily="2" charset="2"/>
              <a:buChar char="Ø"/>
              <a:tabLst/>
            </a:pPr>
            <a:endParaRPr lang="en-US" altLang="en-US" sz="2000" b="0" i="0" u="none" strike="noStrike" cap="none" normalizeH="0" baseline="0" dirty="0">
              <a:ln>
                <a:noFill/>
              </a:ln>
              <a:effectLst/>
              <a:latin typeface="Times New Roman" panose="02020603050405020304" pitchFamily="18" charset="0"/>
              <a:cs typeface="Times New Roman" panose="02020603050405020304" pitchFamily="18" charset="0"/>
            </a:endParaRPr>
          </a:p>
        </p:txBody>
      </p:sp>
      <p:pic>
        <p:nvPicPr>
          <p:cNvPr id="8" name="Picture 7">
            <a:extLst>
              <a:ext uri="{FF2B5EF4-FFF2-40B4-BE49-F238E27FC236}">
                <a16:creationId xmlns:a16="http://schemas.microsoft.com/office/drawing/2014/main" id="{B7C899F3-AB40-0217-5207-E44C4AE932D4}"/>
              </a:ext>
            </a:extLst>
          </p:cNvPr>
          <p:cNvPicPr>
            <a:picLocks noChangeAspect="1"/>
          </p:cNvPicPr>
          <p:nvPr/>
        </p:nvPicPr>
        <p:blipFill>
          <a:blip r:embed="rId4"/>
          <a:srcRect l="3670" t="56274" r="51941" b="8369"/>
          <a:stretch>
            <a:fillRect/>
          </a:stretch>
        </p:blipFill>
        <p:spPr>
          <a:xfrm>
            <a:off x="234043" y="3031958"/>
            <a:ext cx="4566359" cy="2424806"/>
          </a:xfrm>
          <a:prstGeom prst="rect">
            <a:avLst/>
          </a:prstGeom>
          <a:ln>
            <a:noFill/>
          </a:ln>
          <a:effectLst>
            <a:reflection blurRad="12700" stA="30000" endPos="30000" dist="5000" dir="5400000" sy="-100000" algn="bl" rotWithShape="0"/>
          </a:effectLst>
          <a:scene3d>
            <a:camera prst="perspectiveContrastingLeftFacing">
              <a:rot lat="300000" lon="19800000" rev="0"/>
            </a:camera>
            <a:lightRig rig="threePt" dir="t">
              <a:rot lat="0" lon="0" rev="2700000"/>
            </a:lightRig>
          </a:scene3d>
          <a:sp3d>
            <a:bevelT w="63500" h="50800"/>
          </a:sp3d>
        </p:spPr>
      </p:pic>
    </p:spTree>
    <p:extLst>
      <p:ext uri="{BB962C8B-B14F-4D97-AF65-F5344CB8AC3E}">
        <p14:creationId xmlns:p14="http://schemas.microsoft.com/office/powerpoint/2010/main" val="40822780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6A81E-1B63-E255-7143-927A87982CFF}"/>
            </a:ext>
          </a:extLst>
        </p:cNvPr>
        <p:cNvGrpSpPr/>
        <p:nvPr/>
      </p:nvGrpSpPr>
      <p:grpSpPr>
        <a:xfrm>
          <a:off x="0" y="0"/>
          <a:ext cx="0" cy="0"/>
          <a:chOff x="0" y="0"/>
          <a:chExt cx="0" cy="0"/>
        </a:xfrm>
      </p:grpSpPr>
      <p:pic>
        <p:nvPicPr>
          <p:cNvPr id="4" name="object 4">
            <a:extLst>
              <a:ext uri="{FF2B5EF4-FFF2-40B4-BE49-F238E27FC236}">
                <a16:creationId xmlns:a16="http://schemas.microsoft.com/office/drawing/2014/main" id="{C6AA83FF-3DB0-9CB1-14FD-7CCCAD808823}"/>
              </a:ext>
            </a:extLst>
          </p:cNvPr>
          <p:cNvPicPr/>
          <p:nvPr/>
        </p:nvPicPr>
        <p:blipFill>
          <a:blip r:embed="rId3" cstate="print"/>
          <a:stretch>
            <a:fillRect/>
          </a:stretch>
        </p:blipFill>
        <p:spPr>
          <a:xfrm>
            <a:off x="524992" y="191643"/>
            <a:ext cx="1103582" cy="1342897"/>
          </a:xfrm>
          <a:prstGeom prst="rect">
            <a:avLst/>
          </a:prstGeom>
        </p:spPr>
      </p:pic>
      <p:pic>
        <p:nvPicPr>
          <p:cNvPr id="5" name="object 5">
            <a:extLst>
              <a:ext uri="{FF2B5EF4-FFF2-40B4-BE49-F238E27FC236}">
                <a16:creationId xmlns:a16="http://schemas.microsoft.com/office/drawing/2014/main" id="{BB21EE01-EE9D-DB4E-3649-BAA5D32B5358}"/>
              </a:ext>
            </a:extLst>
          </p:cNvPr>
          <p:cNvPicPr/>
          <p:nvPr/>
        </p:nvPicPr>
        <p:blipFill>
          <a:blip r:embed="rId4" cstate="print"/>
          <a:stretch>
            <a:fillRect/>
          </a:stretch>
        </p:blipFill>
        <p:spPr>
          <a:xfrm>
            <a:off x="10272497" y="191643"/>
            <a:ext cx="1520062" cy="1342897"/>
          </a:xfrm>
          <a:prstGeom prst="rect">
            <a:avLst/>
          </a:prstGeom>
        </p:spPr>
      </p:pic>
      <p:sp>
        <p:nvSpPr>
          <p:cNvPr id="6" name="TextBox 5">
            <a:extLst>
              <a:ext uri="{FF2B5EF4-FFF2-40B4-BE49-F238E27FC236}">
                <a16:creationId xmlns:a16="http://schemas.microsoft.com/office/drawing/2014/main" id="{678EFDF4-D7EC-F10B-9AFD-00DFCB0FDF60}"/>
              </a:ext>
            </a:extLst>
          </p:cNvPr>
          <p:cNvSpPr txBox="1"/>
          <p:nvPr/>
        </p:nvSpPr>
        <p:spPr>
          <a:xfrm>
            <a:off x="0" y="615006"/>
            <a:ext cx="12192000" cy="646331"/>
          </a:xfrm>
          <a:prstGeom prst="rect">
            <a:avLst/>
          </a:prstGeom>
          <a:noFill/>
        </p:spPr>
        <p:txBody>
          <a:bodyPr wrap="square">
            <a:spAutoFit/>
          </a:bodyPr>
          <a:lstStyle/>
          <a:p>
            <a:pPr algn="ctr"/>
            <a:r>
              <a:rPr lang="en-IN" altLang="en-IN" sz="3600" dirty="0">
                <a:latin typeface="Times New Roman" panose="02020603050405020304" pitchFamily="18" charset="0"/>
                <a:cs typeface="Times New Roman" panose="02020603050405020304" pitchFamily="18" charset="0"/>
              </a:rPr>
              <a:t>PROPOSED SYSTEM</a:t>
            </a:r>
            <a:endParaRPr lang="en-US" sz="3600" dirty="0"/>
          </a:p>
        </p:txBody>
      </p:sp>
      <p:sp>
        <p:nvSpPr>
          <p:cNvPr id="2" name="Rectangle 1">
            <a:extLst>
              <a:ext uri="{FF2B5EF4-FFF2-40B4-BE49-F238E27FC236}">
                <a16:creationId xmlns:a16="http://schemas.microsoft.com/office/drawing/2014/main" id="{5D07DA07-98ED-BB62-705A-0E80F7FE524E}"/>
              </a:ext>
            </a:extLst>
          </p:cNvPr>
          <p:cNvSpPr>
            <a:spLocks noChangeArrowheads="1"/>
          </p:cNvSpPr>
          <p:nvPr/>
        </p:nvSpPr>
        <p:spPr bwMode="auto">
          <a:xfrm>
            <a:off x="301328" y="1742689"/>
            <a:ext cx="6653578" cy="51153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lvl="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Upload agricultural datasets through a simple and user-friendly interface. </a:t>
            </a:r>
          </a:p>
          <a:p>
            <a:pPr marL="342900" lvl="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Process and </a:t>
            </a:r>
            <a:r>
              <a:rPr lang="en-IN" sz="2000" dirty="0" err="1">
                <a:latin typeface="Times New Roman" panose="02020603050405020304" pitchFamily="18" charset="0"/>
                <a:cs typeface="Times New Roman" panose="02020603050405020304" pitchFamily="18" charset="0"/>
              </a:rPr>
              <a:t>analyze</a:t>
            </a:r>
            <a:r>
              <a:rPr lang="en-IN" sz="2000" dirty="0">
                <a:latin typeface="Times New Roman" panose="02020603050405020304" pitchFamily="18" charset="0"/>
                <a:cs typeface="Times New Roman" panose="02020603050405020304" pitchFamily="18" charset="0"/>
              </a:rPr>
              <a:t> data to identify patterns, trends, and useful insights. </a:t>
            </a:r>
          </a:p>
          <a:p>
            <a:pPr marL="342900" lvl="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Perform statistical and exploratory data analysis for better understanding of the dataset. </a:t>
            </a:r>
          </a:p>
          <a:p>
            <a:pPr marL="342900" lvl="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Visualize results using dashboards, charts, and graphical representations. </a:t>
            </a:r>
          </a:p>
          <a:p>
            <a:pPr marL="342900" lvl="0" indent="-342900">
              <a:lnSpc>
                <a:spcPct val="150000"/>
              </a:lnSpc>
              <a:buFont typeface="Wingdings" panose="05000000000000000000" pitchFamily="2" charset="2"/>
              <a:buChar char="Ø"/>
            </a:pPr>
            <a:r>
              <a:rPr lang="en-IN" sz="2000" dirty="0">
                <a:latin typeface="Times New Roman" panose="02020603050405020304" pitchFamily="18" charset="0"/>
                <a:cs typeface="Times New Roman" panose="02020603050405020304" pitchFamily="18" charset="0"/>
              </a:rPr>
              <a:t>Generate reports and analytical outputs to support informed agricultural decision-making.</a:t>
            </a:r>
          </a:p>
          <a:p>
            <a:pPr marL="342900" marR="0" lvl="0" indent="-342900" algn="just" defTabSz="914400">
              <a:lnSpc>
                <a:spcPct val="150000"/>
              </a:lnSpc>
              <a:spcBef>
                <a:spcPct val="0"/>
              </a:spcBef>
              <a:spcAft>
                <a:spcPct val="0"/>
              </a:spcAft>
              <a:buClrTx/>
              <a:buSzTx/>
              <a:buFont typeface="Wingdings" panose="05000000000000000000" pitchFamily="2" charset="2"/>
              <a:buChar char="Ø"/>
              <a:tabLst/>
            </a:pPr>
            <a:endParaRPr lang="en-US" altLang="en-US" sz="2000" i="0" u="none" strike="noStrike" cap="none" normalizeH="0" baseline="0" dirty="0">
              <a:ln>
                <a:noFill/>
              </a:ln>
              <a:effectLst/>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EA4E8719-FFB7-5B3E-DA2B-922F87782DBB}"/>
              </a:ext>
            </a:extLst>
          </p:cNvPr>
          <p:cNvPicPr>
            <a:picLocks noChangeAspect="1"/>
          </p:cNvPicPr>
          <p:nvPr/>
        </p:nvPicPr>
        <p:blipFill>
          <a:blip r:embed="rId5"/>
          <a:srcRect l="51235" t="56264" r="3176" b="5691"/>
          <a:stretch>
            <a:fillRect/>
          </a:stretch>
        </p:blipFill>
        <p:spPr>
          <a:xfrm>
            <a:off x="6954906" y="2658979"/>
            <a:ext cx="5180171" cy="2881954"/>
          </a:xfrm>
          <a:prstGeom prst="roundRect">
            <a:avLst>
              <a:gd name="adj" fmla="val 25136"/>
            </a:avLst>
          </a:prstGeom>
          <a:solidFill>
            <a:srgbClr val="FFFFFF">
              <a:shade val="85000"/>
            </a:srgbClr>
          </a:solidFill>
          <a:ln>
            <a:noFill/>
          </a:ln>
          <a:effectLst>
            <a:reflection blurRad="12700" stA="38000" endPos="28000" dist="5000" dir="5400000" sy="-100000" algn="bl" rotWithShape="0"/>
          </a:effectLst>
        </p:spPr>
      </p:pic>
    </p:spTree>
    <p:extLst>
      <p:ext uri="{BB962C8B-B14F-4D97-AF65-F5344CB8AC3E}">
        <p14:creationId xmlns:p14="http://schemas.microsoft.com/office/powerpoint/2010/main" val="214995003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418D428A-36D4-2A11-3761-CAFD28B35556}"/>
              </a:ext>
            </a:extLst>
          </p:cNvPr>
          <p:cNvSpPr txBox="1"/>
          <p:nvPr/>
        </p:nvSpPr>
        <p:spPr>
          <a:xfrm>
            <a:off x="3330708" y="144407"/>
            <a:ext cx="6094070" cy="523220"/>
          </a:xfrm>
          <a:prstGeom prst="rect">
            <a:avLst/>
          </a:prstGeom>
          <a:noFill/>
        </p:spPr>
        <p:txBody>
          <a:bodyPr wrap="square" lIns="91440" tIns="45720" rIns="91440" bIns="45720" anchor="t">
            <a:spAutoFit/>
          </a:bodyPr>
          <a:lstStyle/>
          <a:p>
            <a:r>
              <a:rPr lang="en-IN" sz="2800" dirty="0">
                <a:solidFill>
                  <a:srgbClr val="000000"/>
                </a:solidFill>
                <a:latin typeface="Times New Roman"/>
                <a:cs typeface="Times New Roman"/>
              </a:rPr>
              <a:t>SYSTEM ARCHITECTURE</a:t>
            </a:r>
            <a:r>
              <a:rPr lang="en-IN" sz="2800" kern="1200" dirty="0">
                <a:solidFill>
                  <a:srgbClr val="000000"/>
                </a:solidFill>
                <a:effectLst/>
                <a:latin typeface="Times New Roman"/>
                <a:cs typeface="Times New Roman"/>
              </a:rPr>
              <a:t> </a:t>
            </a:r>
            <a:endParaRPr lang="en-IN" sz="2800" dirty="0">
              <a:effectLst/>
              <a:latin typeface="Times New Roman"/>
              <a:cs typeface="Times New Roman"/>
            </a:endParaRPr>
          </a:p>
        </p:txBody>
      </p:sp>
      <mc:AlternateContent xmlns:mc="http://schemas.openxmlformats.org/markup-compatibility/2006">
        <mc:Choice xmlns:am3d="http://schemas.microsoft.com/office/drawing/2017/model3d" Requires="am3d">
          <p:graphicFrame>
            <p:nvGraphicFramePr>
              <p:cNvPr id="2" name="3D Model 1" descr="Female icon">
                <a:extLst>
                  <a:ext uri="{FF2B5EF4-FFF2-40B4-BE49-F238E27FC236}">
                    <a16:creationId xmlns:a16="http://schemas.microsoft.com/office/drawing/2014/main" id="{E6F7D395-10E7-4BAC-1016-ED69DBA5BD4D}"/>
                  </a:ext>
                </a:extLst>
              </p:cNvPr>
              <p:cNvGraphicFramePr>
                <a:graphicFrameLocks noChangeAspect="1"/>
              </p:cNvGraphicFramePr>
              <p:nvPr>
                <p:extLst>
                  <p:ext uri="{D42A27DB-BD31-4B8C-83A1-F6EECF244321}">
                    <p14:modId xmlns:p14="http://schemas.microsoft.com/office/powerpoint/2010/main" val="218149860"/>
                  </p:ext>
                </p:extLst>
              </p:nvPr>
            </p:nvGraphicFramePr>
            <p:xfrm>
              <a:off x="579864" y="1443004"/>
              <a:ext cx="711631" cy="1627393"/>
            </p:xfrm>
            <a:graphic>
              <a:graphicData uri="http://schemas.microsoft.com/office/drawing/2017/model3d">
                <am3d:model3d r:embed="rId2">
                  <am3d:spPr>
                    <a:xfrm>
                      <a:off x="0" y="0"/>
                      <a:ext cx="711631" cy="1627393"/>
                    </a:xfrm>
                    <a:prstGeom prst="rect">
                      <a:avLst/>
                    </a:prstGeom>
                  </am3d:spPr>
                  <am3d:camera>
                    <am3d:pos x="0" y="0" z="51935141"/>
                    <am3d:up dx="0" dy="36000000" dz="0"/>
                    <am3d:lookAt x="0" y="0" z="0"/>
                    <am3d:perspective fov="2700000"/>
                  </am3d:camera>
                  <am3d:trans>
                    <am3d:meterPerModelUnit n="3032664" d="1000000"/>
                    <am3d:preTrans dx="1" dy="-18000000" dz="4030"/>
                    <am3d:scale>
                      <am3d:sx n="1000000" d="1000000"/>
                      <am3d:sy n="1000000" d="1000000"/>
                      <am3d:sz n="1000000" d="1000000"/>
                    </am3d:scale>
                    <am3d:rot ax="10372244" ay="-1880378" az="-10576678"/>
                    <am3d:postTrans dx="0" dy="0" dz="0"/>
                  </am3d:trans>
                  <am3d:raster rName="Office3DRenderer" rVer="16.0.8326">
                    <am3d:blip r:embed="rId3"/>
                  </am3d:raster>
                  <am3d:objViewport viewportSz="177966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2" name="3D Model 1" descr="Female icon">
                <a:extLst>
                  <a:ext uri="{FF2B5EF4-FFF2-40B4-BE49-F238E27FC236}">
                    <a16:creationId xmlns:a16="http://schemas.microsoft.com/office/drawing/2014/main" id="{E6F7D395-10E7-4BAC-1016-ED69DBA5BD4D}"/>
                  </a:ext>
                </a:extLst>
              </p:cNvPr>
              <p:cNvPicPr>
                <a:picLocks noGrp="1" noRot="1" noChangeAspect="1" noMove="1" noResize="1" noEditPoints="1" noAdjustHandles="1" noChangeArrowheads="1" noChangeShapeType="1" noCrop="1"/>
              </p:cNvPicPr>
              <p:nvPr/>
            </p:nvPicPr>
            <p:blipFill>
              <a:blip r:embed="rId3"/>
              <a:stretch>
                <a:fillRect/>
              </a:stretch>
            </p:blipFill>
            <p:spPr>
              <a:xfrm>
                <a:off x="579864" y="1443004"/>
                <a:ext cx="711631" cy="1627393"/>
              </a:xfrm>
              <a:prstGeom prst="rect">
                <a:avLst/>
              </a:prstGeom>
            </p:spPr>
          </p:pic>
        </mc:Fallback>
      </mc:AlternateContent>
      <mc:AlternateContent xmlns:mc="http://schemas.openxmlformats.org/markup-compatibility/2006">
        <mc:Choice xmlns:am3d="http://schemas.microsoft.com/office/drawing/2017/model3d" Requires="am3d">
          <p:graphicFrame>
            <p:nvGraphicFramePr>
              <p:cNvPr id="5" name="3D Model 4" descr="Laptop">
                <a:extLst>
                  <a:ext uri="{FF2B5EF4-FFF2-40B4-BE49-F238E27FC236}">
                    <a16:creationId xmlns:a16="http://schemas.microsoft.com/office/drawing/2014/main" id="{21EF0BDB-28DE-DD10-8537-BE17B4176E8E}"/>
                  </a:ext>
                </a:extLst>
              </p:cNvPr>
              <p:cNvGraphicFramePr>
                <a:graphicFrameLocks noChangeAspect="1"/>
              </p:cNvGraphicFramePr>
              <p:nvPr>
                <p:extLst>
                  <p:ext uri="{D42A27DB-BD31-4B8C-83A1-F6EECF244321}">
                    <p14:modId xmlns:p14="http://schemas.microsoft.com/office/powerpoint/2010/main" val="2743972634"/>
                  </p:ext>
                </p:extLst>
              </p:nvPr>
            </p:nvGraphicFramePr>
            <p:xfrm>
              <a:off x="1999490" y="1443005"/>
              <a:ext cx="1638243" cy="1559052"/>
            </p:xfrm>
            <a:graphic>
              <a:graphicData uri="http://schemas.microsoft.com/office/drawing/2017/model3d">
                <am3d:model3d r:embed="rId4">
                  <am3d:spPr>
                    <a:xfrm>
                      <a:off x="0" y="0"/>
                      <a:ext cx="1638243" cy="1559052"/>
                    </a:xfrm>
                    <a:prstGeom prst="rect">
                      <a:avLst/>
                    </a:prstGeom>
                  </am3d:spPr>
                  <am3d:camera>
                    <am3d:pos x="0" y="0" z="70087151"/>
                    <am3d:up dx="0" dy="36000000" dz="0"/>
                    <am3d:lookAt x="0" y="0" z="0"/>
                    <am3d:perspective fov="2700000"/>
                  </am3d:camera>
                  <am3d:trans>
                    <am3d:meterPerModelUnit n="1970604" d="1000000"/>
                    <am3d:preTrans dx="0" dy="-12157734" dz="3432165"/>
                    <am3d:scale>
                      <am3d:sx n="1000000" d="1000000"/>
                      <am3d:sy n="1000000" d="1000000"/>
                      <am3d:sz n="1000000" d="1000000"/>
                    </am3d:scale>
                    <am3d:rot ax="1253375" ay="-2892991" az="-953091"/>
                    <am3d:postTrans dx="0" dy="0" dz="0"/>
                  </am3d:trans>
                  <am3d:raster rName="Office3DRenderer" rVer="16.0.8326">
                    <am3d:blip r:embed="rId5"/>
                  </am3d:raster>
                  <am3d:objViewport viewportSz="1829901"/>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5" name="3D Model 4" descr="Laptop">
                <a:extLst>
                  <a:ext uri="{FF2B5EF4-FFF2-40B4-BE49-F238E27FC236}">
                    <a16:creationId xmlns:a16="http://schemas.microsoft.com/office/drawing/2014/main" id="{21EF0BDB-28DE-DD10-8537-BE17B4176E8E}"/>
                  </a:ext>
                </a:extLst>
              </p:cNvPr>
              <p:cNvPicPr>
                <a:picLocks noGrp="1" noRot="1" noChangeAspect="1" noMove="1" noResize="1" noEditPoints="1" noAdjustHandles="1" noChangeArrowheads="1" noChangeShapeType="1" noCrop="1"/>
              </p:cNvPicPr>
              <p:nvPr/>
            </p:nvPicPr>
            <p:blipFill>
              <a:blip r:embed="rId5"/>
              <a:stretch>
                <a:fillRect/>
              </a:stretch>
            </p:blipFill>
            <p:spPr>
              <a:xfrm>
                <a:off x="1999490" y="1443005"/>
                <a:ext cx="1638243" cy="1559052"/>
              </a:xfrm>
              <a:prstGeom prst="rect">
                <a:avLst/>
              </a:prstGeom>
            </p:spPr>
          </p:pic>
        </mc:Fallback>
      </mc:AlternateContent>
      <p:pic>
        <p:nvPicPr>
          <p:cNvPr id="11" name="Picture 10">
            <a:extLst>
              <a:ext uri="{FF2B5EF4-FFF2-40B4-BE49-F238E27FC236}">
                <a16:creationId xmlns:a16="http://schemas.microsoft.com/office/drawing/2014/main" id="{53EF0D7A-C21D-8187-D101-310930EF06BE}"/>
              </a:ext>
            </a:extLst>
          </p:cNvPr>
          <p:cNvPicPr>
            <a:picLocks noChangeAspect="1"/>
          </p:cNvPicPr>
          <p:nvPr/>
        </p:nvPicPr>
        <p:blipFill>
          <a:blip r:embed="rId6"/>
          <a:stretch>
            <a:fillRect/>
          </a:stretch>
        </p:blipFill>
        <p:spPr>
          <a:xfrm>
            <a:off x="7087432" y="1123117"/>
            <a:ext cx="1857442" cy="2267171"/>
          </a:xfrm>
          <a:prstGeom prst="rect">
            <a:avLst/>
          </a:prstGeom>
        </p:spPr>
      </p:pic>
      <p:pic>
        <p:nvPicPr>
          <p:cNvPr id="13" name="Picture 12">
            <a:extLst>
              <a:ext uri="{FF2B5EF4-FFF2-40B4-BE49-F238E27FC236}">
                <a16:creationId xmlns:a16="http://schemas.microsoft.com/office/drawing/2014/main" id="{6360493A-897B-6D2D-0A05-2452B98123AC}"/>
              </a:ext>
            </a:extLst>
          </p:cNvPr>
          <p:cNvPicPr>
            <a:picLocks noChangeAspect="1"/>
          </p:cNvPicPr>
          <p:nvPr/>
        </p:nvPicPr>
        <p:blipFill>
          <a:blip r:embed="rId7"/>
          <a:stretch>
            <a:fillRect/>
          </a:stretch>
        </p:blipFill>
        <p:spPr>
          <a:xfrm>
            <a:off x="4551544" y="1017348"/>
            <a:ext cx="1857443" cy="2272272"/>
          </a:xfrm>
          <a:prstGeom prst="rect">
            <a:avLst/>
          </a:prstGeom>
        </p:spPr>
      </p:pic>
      <p:pic>
        <p:nvPicPr>
          <p:cNvPr id="18" name="Picture 17">
            <a:extLst>
              <a:ext uri="{FF2B5EF4-FFF2-40B4-BE49-F238E27FC236}">
                <a16:creationId xmlns:a16="http://schemas.microsoft.com/office/drawing/2014/main" id="{07778B71-CD76-2B9C-3DB1-28CC325565EA}"/>
              </a:ext>
            </a:extLst>
          </p:cNvPr>
          <p:cNvPicPr>
            <a:picLocks noChangeAspect="1"/>
          </p:cNvPicPr>
          <p:nvPr/>
        </p:nvPicPr>
        <p:blipFill>
          <a:blip r:embed="rId8"/>
          <a:stretch>
            <a:fillRect/>
          </a:stretch>
        </p:blipFill>
        <p:spPr>
          <a:xfrm>
            <a:off x="9877609" y="1291907"/>
            <a:ext cx="2314391" cy="2098381"/>
          </a:xfrm>
          <a:prstGeom prst="rect">
            <a:avLst/>
          </a:prstGeom>
        </p:spPr>
      </p:pic>
      <p:sp>
        <p:nvSpPr>
          <p:cNvPr id="21" name="TextBox 20">
            <a:extLst>
              <a:ext uri="{FF2B5EF4-FFF2-40B4-BE49-F238E27FC236}">
                <a16:creationId xmlns:a16="http://schemas.microsoft.com/office/drawing/2014/main" id="{39A66F82-D898-1014-5F0D-58CDEBB8CD0B}"/>
              </a:ext>
            </a:extLst>
          </p:cNvPr>
          <p:cNvSpPr txBox="1"/>
          <p:nvPr/>
        </p:nvSpPr>
        <p:spPr>
          <a:xfrm>
            <a:off x="1508" y="3399702"/>
            <a:ext cx="1857443" cy="2997231"/>
          </a:xfrm>
          <a:prstGeom prst="rect">
            <a:avLst/>
          </a:prstGeom>
          <a:noFill/>
        </p:spPr>
        <p:txBody>
          <a:bodyPr wrap="square" rtlCol="0">
            <a:spAutoFit/>
          </a:bodyPr>
          <a:lstStyle/>
          <a:p>
            <a:pPr>
              <a:lnSpc>
                <a:spcPct val="150000"/>
              </a:lnSpc>
            </a:pPr>
            <a:r>
              <a:rPr lang="en-IN" b="1" dirty="0">
                <a:latin typeface="Times New Roman" panose="02020603050405020304" pitchFamily="18" charset="0"/>
                <a:cs typeface="Times New Roman" panose="02020603050405020304" pitchFamily="18" charset="0"/>
              </a:rPr>
              <a:t>1. USER</a:t>
            </a: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 Upload Dataset</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View Dashboard</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Perform Analysis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Access Reports</a:t>
            </a:r>
          </a:p>
          <a:p>
            <a:pPr marL="285750" indent="-285750">
              <a:lnSpc>
                <a:spcPct val="150000"/>
              </a:lnSpc>
              <a:buFont typeface="Wingdings" panose="05000000000000000000" pitchFamily="2" charset="2"/>
              <a:buChar char="Ø"/>
            </a:pPr>
            <a:endParaRPr lang="en-IN"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37225836-948F-D931-71DB-144487B4943C}"/>
              </a:ext>
            </a:extLst>
          </p:cNvPr>
          <p:cNvSpPr txBox="1"/>
          <p:nvPr/>
        </p:nvSpPr>
        <p:spPr>
          <a:xfrm>
            <a:off x="2090764" y="3390288"/>
            <a:ext cx="2153653" cy="2535566"/>
          </a:xfrm>
          <a:prstGeom prst="rect">
            <a:avLst/>
          </a:prstGeom>
          <a:noFill/>
        </p:spPr>
        <p:txBody>
          <a:bodyPr wrap="square" rtlCol="0">
            <a:spAutoFit/>
          </a:bodyPr>
          <a:lstStyle/>
          <a:p>
            <a:pPr>
              <a:lnSpc>
                <a:spcPct val="150000"/>
              </a:lnSpc>
            </a:pPr>
            <a:r>
              <a:rPr lang="en-IN" b="1" dirty="0">
                <a:latin typeface="Times New Roman" panose="02020603050405020304" pitchFamily="18" charset="0"/>
                <a:cs typeface="Times New Roman" panose="02020603050405020304" pitchFamily="18" charset="0"/>
              </a:rPr>
              <a:t>2. FRONTEND</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React.js</a:t>
            </a: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 User Interface</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Dataset Upload</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Dashboard</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Data Visualization</a:t>
            </a:r>
          </a:p>
        </p:txBody>
      </p:sp>
      <p:sp>
        <p:nvSpPr>
          <p:cNvPr id="29" name="TextBox 28">
            <a:extLst>
              <a:ext uri="{FF2B5EF4-FFF2-40B4-BE49-F238E27FC236}">
                <a16:creationId xmlns:a16="http://schemas.microsoft.com/office/drawing/2014/main" id="{C5852B5F-3946-FABD-EB01-24E585D73D09}"/>
              </a:ext>
            </a:extLst>
          </p:cNvPr>
          <p:cNvSpPr txBox="1"/>
          <p:nvPr/>
        </p:nvSpPr>
        <p:spPr>
          <a:xfrm>
            <a:off x="4323160" y="3390289"/>
            <a:ext cx="2932415" cy="2960875"/>
          </a:xfrm>
          <a:prstGeom prst="rect">
            <a:avLst/>
          </a:prstGeom>
          <a:noFill/>
        </p:spPr>
        <p:txBody>
          <a:bodyPr wrap="square" rtlCol="0">
            <a:spAutoFit/>
          </a:bodyPr>
          <a:lstStyle/>
          <a:p>
            <a:pPr>
              <a:lnSpc>
                <a:spcPct val="150000"/>
              </a:lnSpc>
            </a:pPr>
            <a:r>
              <a:rPr lang="en-IN" b="1" dirty="0">
                <a:latin typeface="Times New Roman" panose="02020603050405020304" pitchFamily="18" charset="0"/>
                <a:cs typeface="Times New Roman" panose="02020603050405020304" pitchFamily="18" charset="0"/>
              </a:rPr>
              <a:t>3.BACKEND SERVER</a:t>
            </a:r>
            <a:br>
              <a:rPr lang="en-IN" dirty="0">
                <a:latin typeface="Times New Roman" panose="02020603050405020304" pitchFamily="18" charset="0"/>
                <a:cs typeface="Times New Roman" panose="02020603050405020304" pitchFamily="18" charset="0"/>
              </a:rPr>
            </a:br>
            <a:r>
              <a:rPr lang="en-IN" b="1" dirty="0" err="1">
                <a:latin typeface="Times New Roman" panose="02020603050405020304" pitchFamily="18" charset="0"/>
                <a:cs typeface="Times New Roman" panose="02020603050405020304" pitchFamily="18" charset="0"/>
              </a:rPr>
              <a:t>FastAPI</a:t>
            </a:r>
            <a:r>
              <a:rPr lang="en-IN" b="1" dirty="0">
                <a:latin typeface="Times New Roman" panose="02020603050405020304" pitchFamily="18" charset="0"/>
                <a:cs typeface="Times New Roman" panose="02020603050405020304" pitchFamily="18" charset="0"/>
              </a:rPr>
              <a:t> | Python</a:t>
            </a: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 Handle API Requests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Data Processing</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Perform Analysis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Generate Charts &amp; Reports</a:t>
            </a:r>
          </a:p>
          <a:p>
            <a:pPr>
              <a:lnSpc>
                <a:spcPct val="150000"/>
              </a:lnSpc>
            </a:pPr>
            <a:endParaRPr lang="en-IN" dirty="0"/>
          </a:p>
        </p:txBody>
      </p:sp>
      <p:sp>
        <p:nvSpPr>
          <p:cNvPr id="30" name="TextBox 29">
            <a:extLst>
              <a:ext uri="{FF2B5EF4-FFF2-40B4-BE49-F238E27FC236}">
                <a16:creationId xmlns:a16="http://schemas.microsoft.com/office/drawing/2014/main" id="{D8206D45-157B-F6A1-0617-0781E0AB9E84}"/>
              </a:ext>
            </a:extLst>
          </p:cNvPr>
          <p:cNvSpPr txBox="1"/>
          <p:nvPr/>
        </p:nvSpPr>
        <p:spPr>
          <a:xfrm>
            <a:off x="7314383" y="3426562"/>
            <a:ext cx="2400081" cy="2951064"/>
          </a:xfrm>
          <a:prstGeom prst="rect">
            <a:avLst/>
          </a:prstGeom>
          <a:noFill/>
        </p:spPr>
        <p:txBody>
          <a:bodyPr wrap="none" rtlCol="0">
            <a:spAutoFit/>
          </a:bodyPr>
          <a:lstStyle/>
          <a:p>
            <a:pPr>
              <a:lnSpc>
                <a:spcPct val="150000"/>
              </a:lnSpc>
            </a:pPr>
            <a:r>
              <a:rPr lang="en-IN" b="1" dirty="0">
                <a:latin typeface="Times New Roman" panose="02020603050405020304" pitchFamily="18" charset="0"/>
                <a:cs typeface="Times New Roman" panose="02020603050405020304" pitchFamily="18" charset="0"/>
              </a:rPr>
              <a:t>4. DATABASE</a:t>
            </a:r>
          </a:p>
          <a:p>
            <a:pPr>
              <a:lnSpc>
                <a:spcPct val="150000"/>
              </a:lnSpc>
            </a:pPr>
            <a:r>
              <a:rPr lang="en-IN" b="1" dirty="0">
                <a:latin typeface="Times New Roman" panose="02020603050405020304" pitchFamily="18" charset="0"/>
                <a:cs typeface="Times New Roman" panose="02020603050405020304" pitchFamily="18" charset="0"/>
              </a:rPr>
              <a:t>DATABASE</a:t>
            </a:r>
            <a:br>
              <a:rPr lang="en-IN" dirty="0">
                <a:latin typeface="Times New Roman" panose="02020603050405020304" pitchFamily="18" charset="0"/>
                <a:cs typeface="Times New Roman" panose="02020603050405020304" pitchFamily="18" charset="0"/>
              </a:rPr>
            </a:br>
            <a:r>
              <a:rPr lang="en-IN" b="1" dirty="0">
                <a:latin typeface="Times New Roman" panose="02020603050405020304" pitchFamily="18" charset="0"/>
                <a:cs typeface="Times New Roman" panose="02020603050405020304" pitchFamily="18" charset="0"/>
              </a:rPr>
              <a:t>SQLite</a:t>
            </a: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 Store Datasets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Store Analysis Results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Retrieve Data</a:t>
            </a:r>
          </a:p>
          <a:p>
            <a:pPr>
              <a:lnSpc>
                <a:spcPct val="150000"/>
              </a:lnSpc>
            </a:pPr>
            <a:endParaRPr lang="en-IN" dirty="0">
              <a:latin typeface="Times New Roman" panose="02020603050405020304" pitchFamily="18" charset="0"/>
              <a:cs typeface="Times New Roman" panose="02020603050405020304" pitchFamily="18" charset="0"/>
            </a:endParaRPr>
          </a:p>
        </p:txBody>
      </p:sp>
      <p:sp>
        <p:nvSpPr>
          <p:cNvPr id="31" name="TextBox 30">
            <a:extLst>
              <a:ext uri="{FF2B5EF4-FFF2-40B4-BE49-F238E27FC236}">
                <a16:creationId xmlns:a16="http://schemas.microsoft.com/office/drawing/2014/main" id="{6C85EC17-EDF4-E3CF-D390-F9B5869B88FF}"/>
              </a:ext>
            </a:extLst>
          </p:cNvPr>
          <p:cNvSpPr txBox="1"/>
          <p:nvPr/>
        </p:nvSpPr>
        <p:spPr>
          <a:xfrm>
            <a:off x="9773272" y="3426562"/>
            <a:ext cx="2523063" cy="2951064"/>
          </a:xfrm>
          <a:prstGeom prst="rect">
            <a:avLst/>
          </a:prstGeom>
          <a:noFill/>
        </p:spPr>
        <p:txBody>
          <a:bodyPr wrap="none" rtlCol="0">
            <a:spAutoFit/>
          </a:bodyPr>
          <a:lstStyle/>
          <a:p>
            <a:pPr>
              <a:lnSpc>
                <a:spcPct val="150000"/>
              </a:lnSpc>
            </a:pPr>
            <a:r>
              <a:rPr lang="en-IN" b="1" dirty="0">
                <a:latin typeface="Times New Roman" panose="02020603050405020304" pitchFamily="18" charset="0"/>
                <a:cs typeface="Times New Roman" panose="02020603050405020304" pitchFamily="18" charset="0"/>
              </a:rPr>
              <a:t>5. OUTPUT</a:t>
            </a:r>
          </a:p>
          <a:p>
            <a:pPr>
              <a:lnSpc>
                <a:spcPct val="150000"/>
              </a:lnSpc>
            </a:pPr>
            <a:r>
              <a:rPr lang="en-IN" b="1" dirty="0">
                <a:latin typeface="Times New Roman" panose="02020603050405020304" pitchFamily="18" charset="0"/>
                <a:cs typeface="Times New Roman" panose="02020603050405020304" pitchFamily="18" charset="0"/>
              </a:rPr>
              <a:t>OUTPUT</a:t>
            </a:r>
            <a:endParaRPr lang="en-IN" dirty="0">
              <a:latin typeface="Times New Roman" panose="02020603050405020304" pitchFamily="18" charset="0"/>
              <a:cs typeface="Times New Roman" panose="02020603050405020304" pitchFamily="18" charset="0"/>
            </a:endParaRPr>
          </a:p>
          <a:p>
            <a:pPr>
              <a:lnSpc>
                <a:spcPct val="150000"/>
              </a:lnSpc>
            </a:pPr>
            <a:r>
              <a:rPr lang="en-IN" dirty="0">
                <a:latin typeface="Times New Roman" panose="02020603050405020304" pitchFamily="18" charset="0"/>
                <a:cs typeface="Times New Roman" panose="02020603050405020304" pitchFamily="18" charset="0"/>
              </a:rPr>
              <a:t>• Interactive Dashboard</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Charts &amp; Visualizations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Analysis Results</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 Generated Reports</a:t>
            </a:r>
          </a:p>
          <a:p>
            <a:pPr>
              <a:lnSpc>
                <a:spcPct val="150000"/>
              </a:lnSpc>
            </a:pPr>
            <a:endParaRPr lang="en-IN" dirty="0">
              <a:latin typeface="Times New Roman" panose="02020603050405020304" pitchFamily="18" charset="0"/>
              <a:cs typeface="Times New Roman" panose="02020603050405020304" pitchFamily="18" charset="0"/>
            </a:endParaRPr>
          </a:p>
        </p:txBody>
      </p:sp>
      <p:cxnSp>
        <p:nvCxnSpPr>
          <p:cNvPr id="36" name="Straight Arrow Connector 35">
            <a:extLst>
              <a:ext uri="{FF2B5EF4-FFF2-40B4-BE49-F238E27FC236}">
                <a16:creationId xmlns:a16="http://schemas.microsoft.com/office/drawing/2014/main" id="{72D8D69A-B240-4444-30AC-9F05B83424DA}"/>
              </a:ext>
            </a:extLst>
          </p:cNvPr>
          <p:cNvCxnSpPr>
            <a:cxnSpLocks/>
          </p:cNvCxnSpPr>
          <p:nvPr/>
        </p:nvCxnSpPr>
        <p:spPr>
          <a:xfrm>
            <a:off x="8861425" y="2072056"/>
            <a:ext cx="751807"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39" name="Straight Arrow Connector 38">
            <a:extLst>
              <a:ext uri="{FF2B5EF4-FFF2-40B4-BE49-F238E27FC236}">
                <a16:creationId xmlns:a16="http://schemas.microsoft.com/office/drawing/2014/main" id="{A5192458-742B-7656-8C05-B6E1ABB1F18A}"/>
              </a:ext>
            </a:extLst>
          </p:cNvPr>
          <p:cNvCxnSpPr>
            <a:cxnSpLocks/>
          </p:cNvCxnSpPr>
          <p:nvPr/>
        </p:nvCxnSpPr>
        <p:spPr>
          <a:xfrm>
            <a:off x="6429630" y="2046607"/>
            <a:ext cx="751807"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0" name="Straight Arrow Connector 39">
            <a:extLst>
              <a:ext uri="{FF2B5EF4-FFF2-40B4-BE49-F238E27FC236}">
                <a16:creationId xmlns:a16="http://schemas.microsoft.com/office/drawing/2014/main" id="{3FDF1137-F49B-0E6F-6DF5-E2E3E15BCECF}"/>
              </a:ext>
            </a:extLst>
          </p:cNvPr>
          <p:cNvCxnSpPr>
            <a:cxnSpLocks/>
          </p:cNvCxnSpPr>
          <p:nvPr/>
        </p:nvCxnSpPr>
        <p:spPr>
          <a:xfrm>
            <a:off x="3947256" y="2046607"/>
            <a:ext cx="751807"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41" name="Straight Arrow Connector 40">
            <a:extLst>
              <a:ext uri="{FF2B5EF4-FFF2-40B4-BE49-F238E27FC236}">
                <a16:creationId xmlns:a16="http://schemas.microsoft.com/office/drawing/2014/main" id="{421B7CF5-33AF-A13D-DC8E-56F707879A90}"/>
              </a:ext>
            </a:extLst>
          </p:cNvPr>
          <p:cNvCxnSpPr>
            <a:cxnSpLocks/>
          </p:cNvCxnSpPr>
          <p:nvPr/>
        </p:nvCxnSpPr>
        <p:spPr>
          <a:xfrm>
            <a:off x="1483048" y="1959761"/>
            <a:ext cx="751807" cy="0"/>
          </a:xfrm>
          <a:prstGeom prst="straightConnector1">
            <a:avLst/>
          </a:prstGeom>
          <a:ln w="57150">
            <a:solidFill>
              <a:schemeClr val="tx1"/>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8111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B0E6B6B-B908-91E4-D8CA-D1EE00A9A0E5}"/>
              </a:ext>
            </a:extLst>
          </p:cNvPr>
          <p:cNvSpPr txBox="1"/>
          <p:nvPr/>
        </p:nvSpPr>
        <p:spPr>
          <a:xfrm>
            <a:off x="454491" y="1020338"/>
            <a:ext cx="11197390" cy="5490221"/>
          </a:xfrm>
          <a:prstGeom prst="rect">
            <a:avLst/>
          </a:prstGeom>
          <a:noFill/>
        </p:spPr>
        <p:txBody>
          <a:bodyPr wrap="square">
            <a:spAutoFit/>
          </a:bodyPr>
          <a:lstStyle/>
          <a:p>
            <a:pPr algn="ctr">
              <a:lnSpc>
                <a:spcPct val="150000"/>
              </a:lnSpc>
              <a:buNone/>
            </a:pPr>
            <a:endParaRPr lang="en-IN" sz="2000" b="1" u="sng" dirty="0">
              <a:latin typeface="Times New Roman" panose="02020603050405020304" pitchFamily="18" charset="0"/>
              <a:cs typeface="Times New Roman" panose="02020603050405020304" pitchFamily="18" charset="0"/>
            </a:endParaRPr>
          </a:p>
          <a:p>
            <a:pPr algn="just">
              <a:lnSpc>
                <a:spcPct val="150000"/>
              </a:lnSpc>
              <a:buNone/>
            </a:pPr>
            <a:r>
              <a:rPr lang="en-IN" dirty="0">
                <a:latin typeface="Times New Roman" panose="02020603050405020304" pitchFamily="18" charset="0"/>
                <a:cs typeface="Times New Roman" panose="02020603050405020304" pitchFamily="18" charset="0"/>
              </a:rPr>
              <a:t>This module allows users to upload agricultural datasets in CSV format. The system validates the uploaded file and checks whether the required agricultural attributes are available. Data preprocessing is then performed to identify missing values, duplicate records, and outliers. The dataset columns are mapped into a standardized format for further analysis.</a:t>
            </a:r>
          </a:p>
          <a:p>
            <a:pPr algn="just">
              <a:lnSpc>
                <a:spcPct val="150000"/>
              </a:lnSpc>
              <a:buNone/>
            </a:pPr>
            <a:r>
              <a:rPr lang="en-IN" b="1" dirty="0">
                <a:latin typeface="Times New Roman" panose="02020603050405020304" pitchFamily="18" charset="0"/>
                <a:cs typeface="Times New Roman" panose="02020603050405020304" pitchFamily="18" charset="0"/>
              </a:rPr>
              <a:t>Key Functions:</a:t>
            </a:r>
            <a:endParaRPr lang="en-IN" dirty="0">
              <a:latin typeface="Times New Roman" panose="02020603050405020304" pitchFamily="18" charset="0"/>
              <a:cs typeface="Times New Roman" panose="02020603050405020304" pitchFamily="18" charset="0"/>
            </a:endParaRP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CSV dataset upload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File validation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Column mapping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Missing value detection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Duplicate row detection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Outlier detection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Dataset preview </a:t>
            </a:r>
          </a:p>
        </p:txBody>
      </p:sp>
      <p:pic>
        <p:nvPicPr>
          <p:cNvPr id="5" name="object 4">
            <a:extLst>
              <a:ext uri="{FF2B5EF4-FFF2-40B4-BE49-F238E27FC236}">
                <a16:creationId xmlns:a16="http://schemas.microsoft.com/office/drawing/2014/main" id="{3A670980-CA9D-2725-B621-9F0DD3627D1E}"/>
              </a:ext>
            </a:extLst>
          </p:cNvPr>
          <p:cNvPicPr/>
          <p:nvPr/>
        </p:nvPicPr>
        <p:blipFill>
          <a:blip r:embed="rId3" cstate="print"/>
          <a:stretch>
            <a:fillRect/>
          </a:stretch>
        </p:blipFill>
        <p:spPr>
          <a:xfrm>
            <a:off x="182284" y="105459"/>
            <a:ext cx="1309902" cy="1107768"/>
          </a:xfrm>
          <a:prstGeom prst="rect">
            <a:avLst/>
          </a:prstGeom>
        </p:spPr>
      </p:pic>
      <p:pic>
        <p:nvPicPr>
          <p:cNvPr id="7" name="object 5">
            <a:extLst>
              <a:ext uri="{FF2B5EF4-FFF2-40B4-BE49-F238E27FC236}">
                <a16:creationId xmlns:a16="http://schemas.microsoft.com/office/drawing/2014/main" id="{FE56D97A-8AF2-1696-0014-C17C2CA8DDB4}"/>
              </a:ext>
            </a:extLst>
          </p:cNvPr>
          <p:cNvPicPr/>
          <p:nvPr/>
        </p:nvPicPr>
        <p:blipFill>
          <a:blip r:embed="rId4" cstate="print"/>
          <a:stretch>
            <a:fillRect/>
          </a:stretch>
        </p:blipFill>
        <p:spPr>
          <a:xfrm>
            <a:off x="10699814" y="191643"/>
            <a:ext cx="1309902" cy="1012157"/>
          </a:xfrm>
          <a:prstGeom prst="rect">
            <a:avLst/>
          </a:prstGeom>
        </p:spPr>
      </p:pic>
      <p:sp>
        <p:nvSpPr>
          <p:cNvPr id="4" name="TextBox 3">
            <a:extLst>
              <a:ext uri="{FF2B5EF4-FFF2-40B4-BE49-F238E27FC236}">
                <a16:creationId xmlns:a16="http://schemas.microsoft.com/office/drawing/2014/main" id="{C8C93B82-2A63-31CB-ADAA-B9C3297F5595}"/>
              </a:ext>
            </a:extLst>
          </p:cNvPr>
          <p:cNvSpPr txBox="1"/>
          <p:nvPr/>
        </p:nvSpPr>
        <p:spPr>
          <a:xfrm>
            <a:off x="1261228" y="347441"/>
            <a:ext cx="9669545" cy="742511"/>
          </a:xfrm>
          <a:prstGeom prst="rect">
            <a:avLst/>
          </a:prstGeom>
          <a:noFill/>
        </p:spPr>
        <p:txBody>
          <a:bodyPr wrap="square">
            <a:spAutoFit/>
          </a:bodyPr>
          <a:lstStyle/>
          <a:p>
            <a:pPr algn="ctr">
              <a:lnSpc>
                <a:spcPct val="150000"/>
              </a:lnSpc>
              <a:buNone/>
            </a:pPr>
            <a:r>
              <a:rPr lang="en-IN" sz="3200" dirty="0">
                <a:latin typeface="Times New Roman" panose="02020603050405020304" pitchFamily="18" charset="0"/>
                <a:cs typeface="Times New Roman" panose="02020603050405020304" pitchFamily="18" charset="0"/>
              </a:rPr>
              <a:t>MODULE 1: Dataset Upload and Data Preprocessing</a:t>
            </a:r>
          </a:p>
        </p:txBody>
      </p:sp>
    </p:spTree>
    <p:extLst>
      <p:ext uri="{BB962C8B-B14F-4D97-AF65-F5344CB8AC3E}">
        <p14:creationId xmlns:p14="http://schemas.microsoft.com/office/powerpoint/2010/main" val="36211490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B6A3A61-5C4B-E079-E238-44998B580D08}"/>
              </a:ext>
            </a:extLst>
          </p:cNvPr>
          <p:cNvPicPr>
            <a:picLocks noChangeAspect="1"/>
          </p:cNvPicPr>
          <p:nvPr/>
        </p:nvPicPr>
        <p:blipFill>
          <a:blip r:embed="rId2"/>
          <a:stretch>
            <a:fillRect/>
          </a:stretch>
        </p:blipFill>
        <p:spPr>
          <a:xfrm>
            <a:off x="0" y="1329179"/>
            <a:ext cx="12192000" cy="5528821"/>
          </a:xfrm>
          <a:prstGeom prst="rect">
            <a:avLst/>
          </a:prstGeom>
        </p:spPr>
      </p:pic>
      <p:pic>
        <p:nvPicPr>
          <p:cNvPr id="4" name="object 4">
            <a:extLst>
              <a:ext uri="{FF2B5EF4-FFF2-40B4-BE49-F238E27FC236}">
                <a16:creationId xmlns:a16="http://schemas.microsoft.com/office/drawing/2014/main" id="{784940DC-96E4-327A-940F-0A498E7AA67D}"/>
              </a:ext>
            </a:extLst>
          </p:cNvPr>
          <p:cNvPicPr/>
          <p:nvPr/>
        </p:nvPicPr>
        <p:blipFill>
          <a:blip r:embed="rId3" cstate="print"/>
          <a:stretch>
            <a:fillRect/>
          </a:stretch>
        </p:blipFill>
        <p:spPr>
          <a:xfrm>
            <a:off x="182284" y="96032"/>
            <a:ext cx="1309902" cy="1107768"/>
          </a:xfrm>
          <a:prstGeom prst="rect">
            <a:avLst/>
          </a:prstGeom>
        </p:spPr>
      </p:pic>
      <p:pic>
        <p:nvPicPr>
          <p:cNvPr id="5" name="object 5">
            <a:extLst>
              <a:ext uri="{FF2B5EF4-FFF2-40B4-BE49-F238E27FC236}">
                <a16:creationId xmlns:a16="http://schemas.microsoft.com/office/drawing/2014/main" id="{74072A5D-AD27-713D-B4E5-A6850B7F67A5}"/>
              </a:ext>
            </a:extLst>
          </p:cNvPr>
          <p:cNvPicPr/>
          <p:nvPr/>
        </p:nvPicPr>
        <p:blipFill>
          <a:blip r:embed="rId4" cstate="print"/>
          <a:stretch>
            <a:fillRect/>
          </a:stretch>
        </p:blipFill>
        <p:spPr>
          <a:xfrm>
            <a:off x="10699814" y="191643"/>
            <a:ext cx="1309902" cy="1012157"/>
          </a:xfrm>
          <a:prstGeom prst="rect">
            <a:avLst/>
          </a:prstGeom>
        </p:spPr>
      </p:pic>
      <p:sp>
        <p:nvSpPr>
          <p:cNvPr id="7" name="TextBox 6">
            <a:extLst>
              <a:ext uri="{FF2B5EF4-FFF2-40B4-BE49-F238E27FC236}">
                <a16:creationId xmlns:a16="http://schemas.microsoft.com/office/drawing/2014/main" id="{EB223291-2CE0-3091-2FB1-0CAEA85823FA}"/>
              </a:ext>
            </a:extLst>
          </p:cNvPr>
          <p:cNvSpPr txBox="1"/>
          <p:nvPr/>
        </p:nvSpPr>
        <p:spPr>
          <a:xfrm>
            <a:off x="3048786" y="326465"/>
            <a:ext cx="6094428" cy="742511"/>
          </a:xfrm>
          <a:prstGeom prst="rect">
            <a:avLst/>
          </a:prstGeom>
          <a:noFill/>
        </p:spPr>
        <p:txBody>
          <a:bodyPr wrap="square">
            <a:spAutoFit/>
          </a:bodyPr>
          <a:lstStyle/>
          <a:p>
            <a:pPr algn="ctr">
              <a:lnSpc>
                <a:spcPct val="150000"/>
              </a:lnSpc>
              <a:buNone/>
            </a:pPr>
            <a:r>
              <a:rPr lang="en-IN" sz="3200" dirty="0">
                <a:latin typeface="Times New Roman" panose="02020603050405020304" pitchFamily="18" charset="0"/>
                <a:cs typeface="Times New Roman" panose="02020603050405020304" pitchFamily="18" charset="0"/>
              </a:rPr>
              <a:t>MODULE 1:IMPLEMENTATION</a:t>
            </a:r>
          </a:p>
        </p:txBody>
      </p:sp>
    </p:spTree>
    <p:extLst>
      <p:ext uri="{BB962C8B-B14F-4D97-AF65-F5344CB8AC3E}">
        <p14:creationId xmlns:p14="http://schemas.microsoft.com/office/powerpoint/2010/main" val="11605624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E3F893E-0798-4586-3B41-E72DFE919C49}"/>
              </a:ext>
            </a:extLst>
          </p:cNvPr>
          <p:cNvSpPr txBox="1"/>
          <p:nvPr/>
        </p:nvSpPr>
        <p:spPr>
          <a:xfrm>
            <a:off x="609598" y="649916"/>
            <a:ext cx="10956758" cy="5905719"/>
          </a:xfrm>
          <a:prstGeom prst="rect">
            <a:avLst/>
          </a:prstGeom>
          <a:noFill/>
        </p:spPr>
        <p:txBody>
          <a:bodyPr wrap="square">
            <a:spAutoFit/>
          </a:bodyPr>
          <a:lstStyle/>
          <a:p>
            <a:pPr algn="ctr">
              <a:lnSpc>
                <a:spcPct val="150000"/>
              </a:lnSpc>
              <a:buNone/>
            </a:pPr>
            <a:endParaRPr lang="en-IN" sz="2000" b="1" u="sng" dirty="0">
              <a:latin typeface="Times New Roman" panose="02020603050405020304" pitchFamily="18" charset="0"/>
              <a:cs typeface="Times New Roman" panose="02020603050405020304" pitchFamily="18" charset="0"/>
            </a:endParaRPr>
          </a:p>
          <a:p>
            <a:pPr algn="just">
              <a:lnSpc>
                <a:spcPct val="150000"/>
              </a:lnSpc>
              <a:buNone/>
            </a:pPr>
            <a:r>
              <a:rPr lang="en-IN" dirty="0">
                <a:latin typeface="Times New Roman" panose="02020603050405020304" pitchFamily="18" charset="0"/>
                <a:cs typeface="Times New Roman" panose="02020603050405020304" pitchFamily="18" charset="0"/>
              </a:rPr>
              <a:t>This module </a:t>
            </a:r>
            <a:r>
              <a:rPr lang="en-IN" dirty="0" err="1">
                <a:latin typeface="Times New Roman" panose="02020603050405020304" pitchFamily="18" charset="0"/>
                <a:cs typeface="Times New Roman" panose="02020603050405020304" pitchFamily="18" charset="0"/>
              </a:rPr>
              <a:t>analyzes</a:t>
            </a:r>
            <a:r>
              <a:rPr lang="en-IN" dirty="0">
                <a:latin typeface="Times New Roman" panose="02020603050405020304" pitchFamily="18" charset="0"/>
                <a:cs typeface="Times New Roman" panose="02020603050405020304" pitchFamily="18" charset="0"/>
              </a:rPr>
              <a:t> the uploaded agricultural dataset and generates meaningful statistical insights. It calculates important measures such as mean, median, standard deviation, minimum, and maximum values. The system also provides an agricultural summary, including common crop types, soil types, average rainfall, temperature, and crop yield. Various visualizations are generated to help users understand the data effectively.</a:t>
            </a:r>
          </a:p>
          <a:p>
            <a:pPr algn="just">
              <a:lnSpc>
                <a:spcPct val="150000"/>
              </a:lnSpc>
              <a:buNone/>
            </a:pPr>
            <a:r>
              <a:rPr lang="en-IN" b="1" dirty="0">
                <a:latin typeface="Times New Roman" panose="02020603050405020304" pitchFamily="18" charset="0"/>
                <a:cs typeface="Times New Roman" panose="02020603050405020304" pitchFamily="18" charset="0"/>
              </a:rPr>
              <a:t>Key Functions:</a:t>
            </a:r>
            <a:endParaRPr lang="en-IN" dirty="0">
              <a:latin typeface="Times New Roman" panose="02020603050405020304" pitchFamily="18" charset="0"/>
              <a:cs typeface="Times New Roman" panose="02020603050405020304" pitchFamily="18" charset="0"/>
            </a:endParaRP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Statistical analysis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Agriculture data summary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 quality assessment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Histogram generation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Box plot generation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Scatter plot generation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Heatmap generation </a:t>
            </a:r>
          </a:p>
          <a:p>
            <a:pPr marL="342900" lvl="0" indent="-342900" algn="just">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Bar chart generation</a:t>
            </a:r>
          </a:p>
        </p:txBody>
      </p:sp>
      <p:pic>
        <p:nvPicPr>
          <p:cNvPr id="5" name="object 5">
            <a:extLst>
              <a:ext uri="{FF2B5EF4-FFF2-40B4-BE49-F238E27FC236}">
                <a16:creationId xmlns:a16="http://schemas.microsoft.com/office/drawing/2014/main" id="{62BCBBFB-21F1-CA0E-0D77-F7FE4F34E02A}"/>
              </a:ext>
            </a:extLst>
          </p:cNvPr>
          <p:cNvPicPr/>
          <p:nvPr/>
        </p:nvPicPr>
        <p:blipFill>
          <a:blip r:embed="rId2" cstate="print"/>
          <a:stretch>
            <a:fillRect/>
          </a:stretch>
        </p:blipFill>
        <p:spPr>
          <a:xfrm>
            <a:off x="10759006" y="143517"/>
            <a:ext cx="1293861" cy="979431"/>
          </a:xfrm>
          <a:prstGeom prst="rect">
            <a:avLst/>
          </a:prstGeom>
        </p:spPr>
      </p:pic>
      <p:pic>
        <p:nvPicPr>
          <p:cNvPr id="7" name="object 4">
            <a:extLst>
              <a:ext uri="{FF2B5EF4-FFF2-40B4-BE49-F238E27FC236}">
                <a16:creationId xmlns:a16="http://schemas.microsoft.com/office/drawing/2014/main" id="{4D8C2F6E-A675-8492-EFD2-576BF8021C55}"/>
              </a:ext>
            </a:extLst>
          </p:cNvPr>
          <p:cNvPicPr/>
          <p:nvPr/>
        </p:nvPicPr>
        <p:blipFill>
          <a:blip r:embed="rId3" cstate="print"/>
          <a:stretch>
            <a:fillRect/>
          </a:stretch>
        </p:blipFill>
        <p:spPr>
          <a:xfrm>
            <a:off x="182284" y="96032"/>
            <a:ext cx="854629" cy="1107768"/>
          </a:xfrm>
          <a:prstGeom prst="rect">
            <a:avLst/>
          </a:prstGeom>
        </p:spPr>
      </p:pic>
      <p:sp>
        <p:nvSpPr>
          <p:cNvPr id="4" name="TextBox 3">
            <a:extLst>
              <a:ext uri="{FF2B5EF4-FFF2-40B4-BE49-F238E27FC236}">
                <a16:creationId xmlns:a16="http://schemas.microsoft.com/office/drawing/2014/main" id="{E1B1E7FC-41AA-87CC-54D6-9408324BDD27}"/>
              </a:ext>
            </a:extLst>
          </p:cNvPr>
          <p:cNvSpPr txBox="1"/>
          <p:nvPr/>
        </p:nvSpPr>
        <p:spPr>
          <a:xfrm>
            <a:off x="813377" y="261976"/>
            <a:ext cx="10169165" cy="742511"/>
          </a:xfrm>
          <a:prstGeom prst="rect">
            <a:avLst/>
          </a:prstGeom>
          <a:noFill/>
        </p:spPr>
        <p:txBody>
          <a:bodyPr wrap="square">
            <a:spAutoFit/>
          </a:bodyPr>
          <a:lstStyle/>
          <a:p>
            <a:pPr algn="ctr">
              <a:lnSpc>
                <a:spcPct val="150000"/>
              </a:lnSpc>
              <a:buNone/>
            </a:pPr>
            <a:r>
              <a:rPr lang="en-IN" sz="3200" dirty="0">
                <a:latin typeface="Times New Roman" panose="02020603050405020304" pitchFamily="18" charset="0"/>
                <a:cs typeface="Times New Roman" panose="02020603050405020304" pitchFamily="18" charset="0"/>
              </a:rPr>
              <a:t>MODULE 2: Agricultural Data Analysis and Visualization</a:t>
            </a:r>
          </a:p>
        </p:txBody>
      </p:sp>
    </p:spTree>
    <p:extLst>
      <p:ext uri="{BB962C8B-B14F-4D97-AF65-F5344CB8AC3E}">
        <p14:creationId xmlns:p14="http://schemas.microsoft.com/office/powerpoint/2010/main" val="28122911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E8C2AC-7326-51B9-17B6-55E655064EC9}"/>
            </a:ext>
          </a:extLst>
        </p:cNvPr>
        <p:cNvGrpSpPr/>
        <p:nvPr/>
      </p:nvGrpSpPr>
      <p:grpSpPr>
        <a:xfrm>
          <a:off x="0" y="0"/>
          <a:ext cx="0" cy="0"/>
          <a:chOff x="0" y="0"/>
          <a:chExt cx="0" cy="0"/>
        </a:xfrm>
      </p:grpSpPr>
      <p:pic>
        <p:nvPicPr>
          <p:cNvPr id="4" name="object 4">
            <a:extLst>
              <a:ext uri="{FF2B5EF4-FFF2-40B4-BE49-F238E27FC236}">
                <a16:creationId xmlns:a16="http://schemas.microsoft.com/office/drawing/2014/main" id="{6A5994AC-2BE4-DB7B-7057-216B4870B637}"/>
              </a:ext>
            </a:extLst>
          </p:cNvPr>
          <p:cNvPicPr/>
          <p:nvPr/>
        </p:nvPicPr>
        <p:blipFill>
          <a:blip r:embed="rId2" cstate="print"/>
          <a:stretch>
            <a:fillRect/>
          </a:stretch>
        </p:blipFill>
        <p:spPr>
          <a:xfrm>
            <a:off x="182284" y="96032"/>
            <a:ext cx="1309902" cy="1107768"/>
          </a:xfrm>
          <a:prstGeom prst="rect">
            <a:avLst/>
          </a:prstGeom>
        </p:spPr>
      </p:pic>
      <p:pic>
        <p:nvPicPr>
          <p:cNvPr id="5" name="object 5">
            <a:extLst>
              <a:ext uri="{FF2B5EF4-FFF2-40B4-BE49-F238E27FC236}">
                <a16:creationId xmlns:a16="http://schemas.microsoft.com/office/drawing/2014/main" id="{DD246FC9-FFE7-85FB-E83B-91D4086FAEBF}"/>
              </a:ext>
            </a:extLst>
          </p:cNvPr>
          <p:cNvPicPr/>
          <p:nvPr/>
        </p:nvPicPr>
        <p:blipFill>
          <a:blip r:embed="rId3" cstate="print"/>
          <a:stretch>
            <a:fillRect/>
          </a:stretch>
        </p:blipFill>
        <p:spPr>
          <a:xfrm>
            <a:off x="10699814" y="191643"/>
            <a:ext cx="1309902" cy="1012157"/>
          </a:xfrm>
          <a:prstGeom prst="rect">
            <a:avLst/>
          </a:prstGeom>
        </p:spPr>
      </p:pic>
      <p:sp>
        <p:nvSpPr>
          <p:cNvPr id="7" name="TextBox 6">
            <a:extLst>
              <a:ext uri="{FF2B5EF4-FFF2-40B4-BE49-F238E27FC236}">
                <a16:creationId xmlns:a16="http://schemas.microsoft.com/office/drawing/2014/main" id="{D87B7A46-9477-AAF1-97F1-CBE4284010D7}"/>
              </a:ext>
            </a:extLst>
          </p:cNvPr>
          <p:cNvSpPr txBox="1"/>
          <p:nvPr/>
        </p:nvSpPr>
        <p:spPr>
          <a:xfrm>
            <a:off x="3048786" y="326465"/>
            <a:ext cx="6094428" cy="742511"/>
          </a:xfrm>
          <a:prstGeom prst="rect">
            <a:avLst/>
          </a:prstGeom>
          <a:noFill/>
        </p:spPr>
        <p:txBody>
          <a:bodyPr wrap="square">
            <a:spAutoFit/>
          </a:bodyPr>
          <a:lstStyle/>
          <a:p>
            <a:pPr algn="ctr">
              <a:lnSpc>
                <a:spcPct val="150000"/>
              </a:lnSpc>
              <a:buNone/>
            </a:pPr>
            <a:r>
              <a:rPr lang="en-IN" sz="3200" dirty="0">
                <a:latin typeface="Times New Roman" panose="02020603050405020304" pitchFamily="18" charset="0"/>
                <a:cs typeface="Times New Roman" panose="02020603050405020304" pitchFamily="18" charset="0"/>
              </a:rPr>
              <a:t>MODULE 2 :IMPLEMENTATION</a:t>
            </a:r>
          </a:p>
        </p:txBody>
      </p:sp>
      <p:pic>
        <p:nvPicPr>
          <p:cNvPr id="9" name="Picture 8">
            <a:extLst>
              <a:ext uri="{FF2B5EF4-FFF2-40B4-BE49-F238E27FC236}">
                <a16:creationId xmlns:a16="http://schemas.microsoft.com/office/drawing/2014/main" id="{5EB31BFC-B956-3B7A-54D6-596991A1556A}"/>
              </a:ext>
            </a:extLst>
          </p:cNvPr>
          <p:cNvPicPr>
            <a:picLocks noChangeAspect="1"/>
          </p:cNvPicPr>
          <p:nvPr/>
        </p:nvPicPr>
        <p:blipFill>
          <a:blip r:embed="rId4"/>
          <a:stretch>
            <a:fillRect/>
          </a:stretch>
        </p:blipFill>
        <p:spPr>
          <a:xfrm>
            <a:off x="0" y="1203800"/>
            <a:ext cx="12192000" cy="5754001"/>
          </a:xfrm>
          <a:prstGeom prst="rect">
            <a:avLst/>
          </a:prstGeom>
        </p:spPr>
      </p:pic>
    </p:spTree>
    <p:extLst>
      <p:ext uri="{BB962C8B-B14F-4D97-AF65-F5344CB8AC3E}">
        <p14:creationId xmlns:p14="http://schemas.microsoft.com/office/powerpoint/2010/main" val="11696631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19552AD-5D03-5528-012B-94CCC85C69C5}"/>
              </a:ext>
            </a:extLst>
          </p:cNvPr>
          <p:cNvSpPr txBox="1"/>
          <p:nvPr/>
        </p:nvSpPr>
        <p:spPr>
          <a:xfrm>
            <a:off x="256674" y="1489931"/>
            <a:ext cx="11790947" cy="5028556"/>
          </a:xfrm>
          <a:prstGeom prst="rect">
            <a:avLst/>
          </a:prstGeom>
          <a:noFill/>
        </p:spPr>
        <p:txBody>
          <a:bodyPr wrap="square">
            <a:spAutoFit/>
          </a:bodyPr>
          <a:lstStyle/>
          <a:p>
            <a:pPr algn="just">
              <a:lnSpc>
                <a:spcPct val="150000"/>
              </a:lnSpc>
              <a:buNone/>
            </a:pPr>
            <a:r>
              <a:rPr lang="en-IN" dirty="0">
                <a:latin typeface="Times New Roman" panose="02020603050405020304" pitchFamily="18" charset="0"/>
                <a:cs typeface="Times New Roman" panose="02020603050405020304" pitchFamily="18" charset="0"/>
              </a:rPr>
              <a:t>This module presents the processed results through an interactive user interface. Users can view dataset information, analysis results, charts, and generated reports. The system stores dataset and analysis history in the database, allowing users to manage and access previous analysis results. A comprehensive report is generated based on the uploaded dataset and its analysis.</a:t>
            </a:r>
          </a:p>
          <a:p>
            <a:pPr>
              <a:lnSpc>
                <a:spcPct val="150000"/>
              </a:lnSpc>
              <a:buNone/>
            </a:pPr>
            <a:r>
              <a:rPr lang="en-IN" b="1" dirty="0">
                <a:latin typeface="Times New Roman" panose="02020603050405020304" pitchFamily="18" charset="0"/>
                <a:cs typeface="Times New Roman" panose="02020603050405020304" pitchFamily="18" charset="0"/>
              </a:rPr>
              <a:t>Key Functions:</a:t>
            </a:r>
            <a:endParaRPr lang="en-IN" dirty="0">
              <a:latin typeface="Times New Roman" panose="02020603050405020304" pitchFamily="18" charset="0"/>
              <a:cs typeface="Times New Roman" panose="02020603050405020304" pitchFamily="18" charset="0"/>
            </a:endParaRP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Interactive dashboard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Dataset information display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Analysis result display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Chart visualization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Report generation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PDF report download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Database storage </a:t>
            </a:r>
          </a:p>
          <a:p>
            <a:pPr marL="342900" lvl="0" indent="-342900">
              <a:lnSpc>
                <a:spcPct val="150000"/>
              </a:lnSpc>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Analysis history management</a:t>
            </a:r>
          </a:p>
        </p:txBody>
      </p:sp>
      <p:pic>
        <p:nvPicPr>
          <p:cNvPr id="5" name="object 5">
            <a:extLst>
              <a:ext uri="{FF2B5EF4-FFF2-40B4-BE49-F238E27FC236}">
                <a16:creationId xmlns:a16="http://schemas.microsoft.com/office/drawing/2014/main" id="{D6410344-78DA-8C6F-2D66-424C8455D20E}"/>
              </a:ext>
            </a:extLst>
          </p:cNvPr>
          <p:cNvPicPr/>
          <p:nvPr/>
        </p:nvPicPr>
        <p:blipFill>
          <a:blip r:embed="rId2" cstate="print"/>
          <a:stretch>
            <a:fillRect/>
          </a:stretch>
        </p:blipFill>
        <p:spPr>
          <a:xfrm>
            <a:off x="10529171" y="191643"/>
            <a:ext cx="1518450" cy="1204020"/>
          </a:xfrm>
          <a:prstGeom prst="rect">
            <a:avLst/>
          </a:prstGeom>
        </p:spPr>
      </p:pic>
      <p:pic>
        <p:nvPicPr>
          <p:cNvPr id="7" name="object 4">
            <a:extLst>
              <a:ext uri="{FF2B5EF4-FFF2-40B4-BE49-F238E27FC236}">
                <a16:creationId xmlns:a16="http://schemas.microsoft.com/office/drawing/2014/main" id="{61C5F5E6-6A94-A1F1-09DB-5709D6DD3F65}"/>
              </a:ext>
            </a:extLst>
          </p:cNvPr>
          <p:cNvPicPr/>
          <p:nvPr/>
        </p:nvPicPr>
        <p:blipFill>
          <a:blip r:embed="rId3" cstate="print"/>
          <a:stretch>
            <a:fillRect/>
          </a:stretch>
        </p:blipFill>
        <p:spPr>
          <a:xfrm>
            <a:off x="144379" y="239769"/>
            <a:ext cx="1518450" cy="1155894"/>
          </a:xfrm>
          <a:prstGeom prst="rect">
            <a:avLst/>
          </a:prstGeom>
        </p:spPr>
      </p:pic>
      <p:sp>
        <p:nvSpPr>
          <p:cNvPr id="4" name="TextBox 3">
            <a:extLst>
              <a:ext uri="{FF2B5EF4-FFF2-40B4-BE49-F238E27FC236}">
                <a16:creationId xmlns:a16="http://schemas.microsoft.com/office/drawing/2014/main" id="{D6729A7C-218C-FF25-1A2A-3913435F9EA0}"/>
              </a:ext>
            </a:extLst>
          </p:cNvPr>
          <p:cNvSpPr txBox="1"/>
          <p:nvPr/>
        </p:nvSpPr>
        <p:spPr>
          <a:xfrm>
            <a:off x="1662829" y="318445"/>
            <a:ext cx="8424814" cy="1077218"/>
          </a:xfrm>
          <a:prstGeom prst="rect">
            <a:avLst/>
          </a:prstGeom>
          <a:noFill/>
        </p:spPr>
        <p:txBody>
          <a:bodyPr wrap="square">
            <a:spAutoFit/>
          </a:bodyPr>
          <a:lstStyle/>
          <a:p>
            <a:pPr algn="ctr">
              <a:buNone/>
            </a:pPr>
            <a:r>
              <a:rPr lang="en-IN" sz="3200" dirty="0">
                <a:latin typeface="Times New Roman" panose="02020603050405020304" pitchFamily="18" charset="0"/>
                <a:cs typeface="Times New Roman" panose="02020603050405020304" pitchFamily="18" charset="0"/>
              </a:rPr>
              <a:t>MODULE 3: Dashboard, Reports and Result Management</a:t>
            </a:r>
          </a:p>
        </p:txBody>
      </p:sp>
    </p:spTree>
    <p:extLst>
      <p:ext uri="{BB962C8B-B14F-4D97-AF65-F5344CB8AC3E}">
        <p14:creationId xmlns:p14="http://schemas.microsoft.com/office/powerpoint/2010/main" val="2757399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A2F52-BE36-FA26-16F7-119182AFDBE4}"/>
            </a:ext>
          </a:extLst>
        </p:cNvPr>
        <p:cNvGrpSpPr/>
        <p:nvPr/>
      </p:nvGrpSpPr>
      <p:grpSpPr>
        <a:xfrm>
          <a:off x="0" y="0"/>
          <a:ext cx="0" cy="0"/>
          <a:chOff x="0" y="0"/>
          <a:chExt cx="0" cy="0"/>
        </a:xfrm>
      </p:grpSpPr>
      <p:pic>
        <p:nvPicPr>
          <p:cNvPr id="4" name="object 4">
            <a:extLst>
              <a:ext uri="{FF2B5EF4-FFF2-40B4-BE49-F238E27FC236}">
                <a16:creationId xmlns:a16="http://schemas.microsoft.com/office/drawing/2014/main" id="{56D36D51-3209-F54E-A14C-E0DF3E718153}"/>
              </a:ext>
            </a:extLst>
          </p:cNvPr>
          <p:cNvPicPr/>
          <p:nvPr/>
        </p:nvPicPr>
        <p:blipFill>
          <a:blip r:embed="rId2" cstate="print"/>
          <a:stretch>
            <a:fillRect/>
          </a:stretch>
        </p:blipFill>
        <p:spPr>
          <a:xfrm>
            <a:off x="182284" y="96032"/>
            <a:ext cx="1309902" cy="1107768"/>
          </a:xfrm>
          <a:prstGeom prst="rect">
            <a:avLst/>
          </a:prstGeom>
        </p:spPr>
      </p:pic>
      <p:pic>
        <p:nvPicPr>
          <p:cNvPr id="5" name="object 5">
            <a:extLst>
              <a:ext uri="{FF2B5EF4-FFF2-40B4-BE49-F238E27FC236}">
                <a16:creationId xmlns:a16="http://schemas.microsoft.com/office/drawing/2014/main" id="{D4E1DCD4-8E51-C777-D021-B5850CFAF48D}"/>
              </a:ext>
            </a:extLst>
          </p:cNvPr>
          <p:cNvPicPr/>
          <p:nvPr/>
        </p:nvPicPr>
        <p:blipFill>
          <a:blip r:embed="rId3" cstate="print"/>
          <a:stretch>
            <a:fillRect/>
          </a:stretch>
        </p:blipFill>
        <p:spPr>
          <a:xfrm>
            <a:off x="10699814" y="191643"/>
            <a:ext cx="1309902" cy="1012157"/>
          </a:xfrm>
          <a:prstGeom prst="rect">
            <a:avLst/>
          </a:prstGeom>
        </p:spPr>
      </p:pic>
      <p:sp>
        <p:nvSpPr>
          <p:cNvPr id="7" name="TextBox 6">
            <a:extLst>
              <a:ext uri="{FF2B5EF4-FFF2-40B4-BE49-F238E27FC236}">
                <a16:creationId xmlns:a16="http://schemas.microsoft.com/office/drawing/2014/main" id="{3ABE216B-1E6B-79B7-D763-F55D7B3FB675}"/>
              </a:ext>
            </a:extLst>
          </p:cNvPr>
          <p:cNvSpPr txBox="1"/>
          <p:nvPr/>
        </p:nvSpPr>
        <p:spPr>
          <a:xfrm>
            <a:off x="3048786" y="191643"/>
            <a:ext cx="6094428" cy="742511"/>
          </a:xfrm>
          <a:prstGeom prst="rect">
            <a:avLst/>
          </a:prstGeom>
          <a:noFill/>
        </p:spPr>
        <p:txBody>
          <a:bodyPr wrap="square">
            <a:spAutoFit/>
          </a:bodyPr>
          <a:lstStyle/>
          <a:p>
            <a:pPr algn="ctr">
              <a:lnSpc>
                <a:spcPct val="150000"/>
              </a:lnSpc>
              <a:buNone/>
            </a:pPr>
            <a:r>
              <a:rPr lang="en-IN" sz="3200" dirty="0">
                <a:latin typeface="Times New Roman" panose="02020603050405020304" pitchFamily="18" charset="0"/>
                <a:cs typeface="Times New Roman" panose="02020603050405020304" pitchFamily="18" charset="0"/>
              </a:rPr>
              <a:t>MODULE 3:IMPLEMENTATION</a:t>
            </a:r>
          </a:p>
        </p:txBody>
      </p:sp>
      <p:pic>
        <p:nvPicPr>
          <p:cNvPr id="6" name="Picture 5">
            <a:extLst>
              <a:ext uri="{FF2B5EF4-FFF2-40B4-BE49-F238E27FC236}">
                <a16:creationId xmlns:a16="http://schemas.microsoft.com/office/drawing/2014/main" id="{46D56788-E848-A2BD-F3A8-A7666B7DF577}"/>
              </a:ext>
            </a:extLst>
          </p:cNvPr>
          <p:cNvPicPr>
            <a:picLocks noChangeAspect="1"/>
          </p:cNvPicPr>
          <p:nvPr/>
        </p:nvPicPr>
        <p:blipFill>
          <a:blip r:embed="rId4"/>
          <a:stretch>
            <a:fillRect/>
          </a:stretch>
        </p:blipFill>
        <p:spPr>
          <a:xfrm>
            <a:off x="0" y="1203800"/>
            <a:ext cx="12192000" cy="5743932"/>
          </a:xfrm>
          <a:prstGeom prst="rect">
            <a:avLst/>
          </a:prstGeom>
        </p:spPr>
      </p:pic>
    </p:spTree>
    <p:extLst>
      <p:ext uri="{BB962C8B-B14F-4D97-AF65-F5344CB8AC3E}">
        <p14:creationId xmlns:p14="http://schemas.microsoft.com/office/powerpoint/2010/main" val="36225389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C6AF342A-3EFF-DA3F-DAD4-A35B5FA797EF}"/>
              </a:ext>
            </a:extLst>
          </p:cNvPr>
          <p:cNvSpPr txBox="1"/>
          <p:nvPr/>
        </p:nvSpPr>
        <p:spPr>
          <a:xfrm>
            <a:off x="4354975" y="388129"/>
            <a:ext cx="6094070" cy="823752"/>
          </a:xfrm>
          <a:prstGeom prst="rect">
            <a:avLst/>
          </a:prstGeom>
          <a:noFill/>
        </p:spPr>
        <p:txBody>
          <a:bodyPr wrap="square">
            <a:spAutoFit/>
          </a:bodyPr>
          <a:lstStyle/>
          <a:p>
            <a:pPr algn="just">
              <a:lnSpc>
                <a:spcPct val="150000"/>
              </a:lnSpc>
              <a:buNone/>
            </a:pPr>
            <a:r>
              <a:rPr lang="en-IN" sz="3600" dirty="0">
                <a:latin typeface="Times New Roman" panose="02020603050405020304" pitchFamily="18" charset="0"/>
                <a:cs typeface="Times New Roman" panose="02020603050405020304" pitchFamily="18" charset="0"/>
              </a:rPr>
              <a:t>CONCLUSION</a:t>
            </a:r>
          </a:p>
        </p:txBody>
      </p:sp>
      <p:graphicFrame>
        <p:nvGraphicFramePr>
          <p:cNvPr id="9" name="TextBox 4">
            <a:extLst>
              <a:ext uri="{FF2B5EF4-FFF2-40B4-BE49-F238E27FC236}">
                <a16:creationId xmlns:a16="http://schemas.microsoft.com/office/drawing/2014/main" id="{37217502-B3B3-A9E1-E5B6-93DFF05719CE}"/>
              </a:ext>
            </a:extLst>
          </p:cNvPr>
          <p:cNvGraphicFramePr/>
          <p:nvPr>
            <p:extLst>
              <p:ext uri="{D42A27DB-BD31-4B8C-83A1-F6EECF244321}">
                <p14:modId xmlns:p14="http://schemas.microsoft.com/office/powerpoint/2010/main" val="3838254979"/>
              </p:ext>
            </p:extLst>
          </p:nvPr>
        </p:nvGraphicFramePr>
        <p:xfrm>
          <a:off x="789882" y="1969004"/>
          <a:ext cx="10608609" cy="428453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90" name="object 4">
            <a:extLst>
              <a:ext uri="{FF2B5EF4-FFF2-40B4-BE49-F238E27FC236}">
                <a16:creationId xmlns:a16="http://schemas.microsoft.com/office/drawing/2014/main" id="{2C86406E-5AA1-93EB-056F-48239EFE27B1}"/>
              </a:ext>
            </a:extLst>
          </p:cNvPr>
          <p:cNvPicPr/>
          <p:nvPr/>
        </p:nvPicPr>
        <p:blipFill>
          <a:blip r:embed="rId7" cstate="print"/>
          <a:stretch>
            <a:fillRect/>
          </a:stretch>
        </p:blipFill>
        <p:spPr>
          <a:xfrm>
            <a:off x="524992" y="191643"/>
            <a:ext cx="1103582" cy="1342897"/>
          </a:xfrm>
          <a:prstGeom prst="rect">
            <a:avLst/>
          </a:prstGeom>
        </p:spPr>
      </p:pic>
      <p:pic>
        <p:nvPicPr>
          <p:cNvPr id="392" name="object 5">
            <a:extLst>
              <a:ext uri="{FF2B5EF4-FFF2-40B4-BE49-F238E27FC236}">
                <a16:creationId xmlns:a16="http://schemas.microsoft.com/office/drawing/2014/main" id="{DA76E3A9-6FD3-7730-E041-754238FBE3E6}"/>
              </a:ext>
            </a:extLst>
          </p:cNvPr>
          <p:cNvPicPr/>
          <p:nvPr/>
        </p:nvPicPr>
        <p:blipFill>
          <a:blip r:embed="rId8" cstate="print"/>
          <a:stretch>
            <a:fillRect/>
          </a:stretch>
        </p:blipFill>
        <p:spPr>
          <a:xfrm>
            <a:off x="10272497" y="191643"/>
            <a:ext cx="1520062" cy="1342897"/>
          </a:xfrm>
          <a:prstGeom prst="rect">
            <a:avLst/>
          </a:prstGeom>
        </p:spPr>
      </p:pic>
    </p:spTree>
    <p:extLst>
      <p:ext uri="{BB962C8B-B14F-4D97-AF65-F5344CB8AC3E}">
        <p14:creationId xmlns:p14="http://schemas.microsoft.com/office/powerpoint/2010/main" val="198514204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89FDA1-45B4-C727-6F2B-5AC15CCCB7D7}"/>
            </a:ext>
          </a:extLst>
        </p:cNvPr>
        <p:cNvGrpSpPr/>
        <p:nvPr/>
      </p:nvGrpSpPr>
      <p:grpSpPr>
        <a:xfrm>
          <a:off x="0" y="0"/>
          <a:ext cx="0" cy="0"/>
          <a:chOff x="0" y="0"/>
          <a:chExt cx="0" cy="0"/>
        </a:xfrm>
      </p:grpSpPr>
      <p:pic>
        <p:nvPicPr>
          <p:cNvPr id="4" name="object 4">
            <a:extLst>
              <a:ext uri="{FF2B5EF4-FFF2-40B4-BE49-F238E27FC236}">
                <a16:creationId xmlns:a16="http://schemas.microsoft.com/office/drawing/2014/main" id="{4A55326D-569C-9DDD-0204-61E73EEFAC90}"/>
              </a:ext>
            </a:extLst>
          </p:cNvPr>
          <p:cNvPicPr/>
          <p:nvPr/>
        </p:nvPicPr>
        <p:blipFill>
          <a:blip r:embed="rId2" cstate="print"/>
          <a:stretch>
            <a:fillRect/>
          </a:stretch>
        </p:blipFill>
        <p:spPr>
          <a:xfrm>
            <a:off x="524992" y="191643"/>
            <a:ext cx="1103582" cy="1342897"/>
          </a:xfrm>
          <a:prstGeom prst="rect">
            <a:avLst/>
          </a:prstGeom>
        </p:spPr>
      </p:pic>
      <p:pic>
        <p:nvPicPr>
          <p:cNvPr id="5" name="object 5">
            <a:extLst>
              <a:ext uri="{FF2B5EF4-FFF2-40B4-BE49-F238E27FC236}">
                <a16:creationId xmlns:a16="http://schemas.microsoft.com/office/drawing/2014/main" id="{AF2C6699-20DF-DAFE-4B4A-2035CB1BD9B8}"/>
              </a:ext>
            </a:extLst>
          </p:cNvPr>
          <p:cNvPicPr/>
          <p:nvPr/>
        </p:nvPicPr>
        <p:blipFill>
          <a:blip r:embed="rId3" cstate="print"/>
          <a:stretch>
            <a:fillRect/>
          </a:stretch>
        </p:blipFill>
        <p:spPr>
          <a:xfrm>
            <a:off x="10272497" y="191643"/>
            <a:ext cx="1520062" cy="1342897"/>
          </a:xfrm>
          <a:prstGeom prst="rect">
            <a:avLst/>
          </a:prstGeom>
        </p:spPr>
      </p:pic>
      <p:sp>
        <p:nvSpPr>
          <p:cNvPr id="8" name="TextBox 7">
            <a:extLst>
              <a:ext uri="{FF2B5EF4-FFF2-40B4-BE49-F238E27FC236}">
                <a16:creationId xmlns:a16="http://schemas.microsoft.com/office/drawing/2014/main" id="{EED8D035-8B7A-F12E-7AB5-9EC906849E4B}"/>
              </a:ext>
            </a:extLst>
          </p:cNvPr>
          <p:cNvSpPr txBox="1"/>
          <p:nvPr/>
        </p:nvSpPr>
        <p:spPr>
          <a:xfrm>
            <a:off x="-211016" y="539925"/>
            <a:ext cx="12192000" cy="646331"/>
          </a:xfrm>
          <a:prstGeom prst="rect">
            <a:avLst/>
          </a:prstGeom>
          <a:noFill/>
        </p:spPr>
        <p:txBody>
          <a:bodyPr wrap="square">
            <a:spAutoFit/>
          </a:bodyPr>
          <a:lstStyle/>
          <a:p>
            <a:pPr algn="ctr"/>
            <a:r>
              <a:rPr lang="en-IN" sz="3600" dirty="0">
                <a:latin typeface="Times New Roman" panose="02020603050405020304" pitchFamily="18" charset="0"/>
                <a:cs typeface="Times New Roman" panose="02020603050405020304" pitchFamily="18" charset="0"/>
              </a:rPr>
              <a:t>REFERNCES</a:t>
            </a:r>
            <a:endParaRPr lang="en-US" sz="3600" dirty="0"/>
          </a:p>
        </p:txBody>
      </p:sp>
      <p:sp>
        <p:nvSpPr>
          <p:cNvPr id="3" name="TextBox 2">
            <a:extLst>
              <a:ext uri="{FF2B5EF4-FFF2-40B4-BE49-F238E27FC236}">
                <a16:creationId xmlns:a16="http://schemas.microsoft.com/office/drawing/2014/main" id="{CC37D85B-8A76-CBA3-7DCA-0D57390194D2}"/>
              </a:ext>
            </a:extLst>
          </p:cNvPr>
          <p:cNvSpPr txBox="1"/>
          <p:nvPr/>
        </p:nvSpPr>
        <p:spPr>
          <a:xfrm>
            <a:off x="720591" y="1705017"/>
            <a:ext cx="10750818" cy="4613058"/>
          </a:xfrm>
          <a:prstGeom prst="rect">
            <a:avLst/>
          </a:prstGeom>
          <a:noFill/>
        </p:spPr>
        <p:txBody>
          <a:bodyPr wrap="square">
            <a:spAutoFit/>
          </a:bodyPr>
          <a:lstStyle/>
          <a:p>
            <a:pPr marL="342900" indent="-342900" algn="just">
              <a:lnSpc>
                <a:spcPct val="150000"/>
              </a:lnSpc>
              <a:buFont typeface="+mj-lt"/>
              <a:buAutoNum type="arabicParenR"/>
            </a:pPr>
            <a:r>
              <a:rPr lang="en-US">
                <a:latin typeface="Times New Roman" panose="02020603050405020304" pitchFamily="18" charset="0"/>
                <a:cs typeface="Times New Roman" panose="02020603050405020304" pitchFamily="18" charset="0"/>
              </a:rPr>
              <a:t>R. V. Pellegrino, M. A. Santos, and L. F. Costa, “Nail Abnormality Identification Using </a:t>
            </a:r>
            <a:r>
              <a:rPr lang="en-US" err="1">
                <a:latin typeface="Times New Roman" panose="02020603050405020304" pitchFamily="18" charset="0"/>
                <a:cs typeface="Times New Roman" panose="02020603050405020304" pitchFamily="18" charset="0"/>
              </a:rPr>
              <a:t>Roboflow</a:t>
            </a:r>
            <a:r>
              <a:rPr lang="en-US">
                <a:latin typeface="Times New Roman" panose="02020603050405020304" pitchFamily="18" charset="0"/>
                <a:cs typeface="Times New Roman" panose="02020603050405020304" pitchFamily="18" charset="0"/>
              </a:rPr>
              <a:t> and YOLOv8,” </a:t>
            </a:r>
            <a:r>
              <a:rPr lang="en-US" i="1">
                <a:latin typeface="Times New Roman" panose="02020603050405020304" pitchFamily="18" charset="0"/>
                <a:cs typeface="Times New Roman" panose="02020603050405020304" pitchFamily="18" charset="0"/>
              </a:rPr>
              <a:t>Proceedings of the ACM International Conference on Intelligent Systems</a:t>
            </a:r>
            <a:r>
              <a:rPr lang="en-US">
                <a:latin typeface="Times New Roman" panose="02020603050405020304" pitchFamily="18" charset="0"/>
                <a:cs typeface="Times New Roman" panose="02020603050405020304" pitchFamily="18" charset="0"/>
              </a:rPr>
              <a:t>, pp. 1–6, 2024. </a:t>
            </a:r>
          </a:p>
          <a:p>
            <a:pPr marL="342900" indent="-342900" algn="just">
              <a:lnSpc>
                <a:spcPct val="150000"/>
              </a:lnSpc>
              <a:buFont typeface="+mj-lt"/>
              <a:buAutoNum type="arabicParenR"/>
            </a:pPr>
            <a:r>
              <a:rPr lang="en-US">
                <a:latin typeface="Times New Roman" panose="02020603050405020304" pitchFamily="18" charset="0"/>
                <a:cs typeface="Times New Roman" panose="02020603050405020304" pitchFamily="18" charset="0"/>
              </a:rPr>
              <a:t>G. Shandilya, S. Gupta, S. </a:t>
            </a:r>
            <a:r>
              <a:rPr lang="en-US" err="1">
                <a:latin typeface="Times New Roman" panose="02020603050405020304" pitchFamily="18" charset="0"/>
                <a:cs typeface="Times New Roman" panose="02020603050405020304" pitchFamily="18" charset="0"/>
              </a:rPr>
              <a:t>Bharany</a:t>
            </a:r>
            <a:r>
              <a:rPr lang="en-US">
                <a:latin typeface="Times New Roman" panose="02020603050405020304" pitchFamily="18" charset="0"/>
                <a:cs typeface="Times New Roman" panose="02020603050405020304" pitchFamily="18" charset="0"/>
              </a:rPr>
              <a:t>, and S. Hussen, “Autonomous Detection of Nail Disorders Using a Hybrid Capsule CNN: A Novel Deep Learning Approach for Early Diagnosis,” </a:t>
            </a:r>
            <a:r>
              <a:rPr lang="en-US" i="1">
                <a:latin typeface="Times New Roman" panose="02020603050405020304" pitchFamily="18" charset="0"/>
                <a:cs typeface="Times New Roman" panose="02020603050405020304" pitchFamily="18" charset="0"/>
              </a:rPr>
              <a:t>BMC Medical Informatics and Decision Making</a:t>
            </a:r>
            <a:r>
              <a:rPr lang="en-US">
                <a:latin typeface="Times New Roman" panose="02020603050405020304" pitchFamily="18" charset="0"/>
                <a:cs typeface="Times New Roman" panose="02020603050405020304" pitchFamily="18" charset="0"/>
              </a:rPr>
              <a:t>, vol. 24, no. 1, pp. 1–15, 2024. </a:t>
            </a:r>
          </a:p>
          <a:p>
            <a:pPr marL="342900" indent="-342900" algn="just">
              <a:lnSpc>
                <a:spcPct val="150000"/>
              </a:lnSpc>
              <a:buFont typeface="+mj-lt"/>
              <a:buAutoNum type="arabicParenR"/>
            </a:pPr>
            <a:r>
              <a:rPr lang="en-US">
                <a:latin typeface="Times New Roman" panose="02020603050405020304" pitchFamily="18" charset="0"/>
                <a:cs typeface="Times New Roman" panose="02020603050405020304" pitchFamily="18" charset="0"/>
              </a:rPr>
              <a:t>V. Gaurav, A. Sharma, and P. Verma, “Artificial Intelligence in Diagnosis and Management of Nail Disorders,” </a:t>
            </a:r>
            <a:r>
              <a:rPr lang="en-US" i="1">
                <a:latin typeface="Times New Roman" panose="02020603050405020304" pitchFamily="18" charset="0"/>
                <a:cs typeface="Times New Roman" panose="02020603050405020304" pitchFamily="18" charset="0"/>
              </a:rPr>
              <a:t>Indian Dermatology Online Journal</a:t>
            </a:r>
            <a:r>
              <a:rPr lang="en-US">
                <a:latin typeface="Times New Roman" panose="02020603050405020304" pitchFamily="18" charset="0"/>
                <a:cs typeface="Times New Roman" panose="02020603050405020304" pitchFamily="18" charset="0"/>
              </a:rPr>
              <a:t>, vol. 16, no. 1, pp. 25–34, 2025. </a:t>
            </a:r>
          </a:p>
          <a:p>
            <a:pPr marL="342900" indent="-342900" algn="just">
              <a:lnSpc>
                <a:spcPct val="150000"/>
              </a:lnSpc>
              <a:buFont typeface="+mj-lt"/>
              <a:buAutoNum type="arabicParenR"/>
            </a:pPr>
            <a:r>
              <a:rPr lang="en-US">
                <a:latin typeface="Times New Roman" panose="02020603050405020304" pitchFamily="18" charset="0"/>
                <a:cs typeface="Times New Roman" panose="02020603050405020304" pitchFamily="18" charset="0"/>
              </a:rPr>
              <a:t>B. </a:t>
            </a:r>
            <a:r>
              <a:rPr lang="en-US" err="1">
                <a:latin typeface="Times New Roman" panose="02020603050405020304" pitchFamily="18" charset="0"/>
                <a:cs typeface="Times New Roman" panose="02020603050405020304" pitchFamily="18" charset="0"/>
              </a:rPr>
              <a:t>Galmés</a:t>
            </a:r>
            <a:r>
              <a:rPr lang="en-US">
                <a:latin typeface="Times New Roman" panose="02020603050405020304" pitchFamily="18" charset="0"/>
                <a:cs typeface="Times New Roman" panose="02020603050405020304" pitchFamily="18" charset="0"/>
              </a:rPr>
              <a:t>, G. </a:t>
            </a:r>
            <a:r>
              <a:rPr lang="en-US" err="1">
                <a:latin typeface="Times New Roman" panose="02020603050405020304" pitchFamily="18" charset="0"/>
                <a:cs typeface="Times New Roman" panose="02020603050405020304" pitchFamily="18" charset="0"/>
              </a:rPr>
              <a:t>Moyà</a:t>
            </a:r>
            <a:r>
              <a:rPr lang="en-US">
                <a:latin typeface="Times New Roman" panose="02020603050405020304" pitchFamily="18" charset="0"/>
                <a:cs typeface="Times New Roman" panose="02020603050405020304" pitchFamily="18" charset="0"/>
              </a:rPr>
              <a:t>-Alcover, P. Bibiloni, J. Varona, and A. Jaume-</a:t>
            </a:r>
            <a:r>
              <a:rPr lang="en-US" err="1">
                <a:latin typeface="Times New Roman" panose="02020603050405020304" pitchFamily="18" charset="0"/>
                <a:cs typeface="Times New Roman" panose="02020603050405020304" pitchFamily="18" charset="0"/>
              </a:rPr>
              <a:t>i</a:t>
            </a:r>
            <a:r>
              <a:rPr lang="en-US">
                <a:latin typeface="Times New Roman" panose="02020603050405020304" pitchFamily="18" charset="0"/>
                <a:cs typeface="Times New Roman" panose="02020603050405020304" pitchFamily="18" charset="0"/>
              </a:rPr>
              <a:t>-Capó, “Geometric-Based Nail Segmentation for Clinical Measurements,” </a:t>
            </a:r>
            <a:r>
              <a:rPr lang="en-US" i="1" err="1">
                <a:latin typeface="Times New Roman" panose="02020603050405020304" pitchFamily="18" charset="0"/>
                <a:cs typeface="Times New Roman" panose="02020603050405020304" pitchFamily="18" charset="0"/>
              </a:rPr>
              <a:t>arXiv</a:t>
            </a:r>
            <a:r>
              <a:rPr lang="en-US" i="1">
                <a:latin typeface="Times New Roman" panose="02020603050405020304" pitchFamily="18" charset="0"/>
                <a:cs typeface="Times New Roman" panose="02020603050405020304" pitchFamily="18" charset="0"/>
              </a:rPr>
              <a:t> preprint arXiv:2501.06027</a:t>
            </a:r>
            <a:r>
              <a:rPr lang="en-US">
                <a:latin typeface="Times New Roman" panose="02020603050405020304" pitchFamily="18" charset="0"/>
                <a:cs typeface="Times New Roman" panose="02020603050405020304" pitchFamily="18" charset="0"/>
              </a:rPr>
              <a:t>, Jan. 2025. </a:t>
            </a:r>
          </a:p>
          <a:p>
            <a:pPr marL="342900" indent="-342900" algn="just">
              <a:lnSpc>
                <a:spcPct val="150000"/>
              </a:lnSpc>
              <a:buFont typeface="+mj-lt"/>
              <a:buAutoNum type="arabicParenR"/>
            </a:pPr>
            <a:r>
              <a:rPr lang="en-US">
                <a:latin typeface="Times New Roman" panose="02020603050405020304" pitchFamily="18" charset="0"/>
                <a:cs typeface="Times New Roman" panose="02020603050405020304" pitchFamily="18" charset="0"/>
              </a:rPr>
              <a:t>R. Nijhawan, A. Gupta, M. Diwakar, and P. Singh, “A Hybrid Model for Improved Nail Disease Classification Using Vision Transformers and Stable Diffusion,” </a:t>
            </a:r>
            <a:r>
              <a:rPr lang="en-US" i="1">
                <a:latin typeface="Times New Roman" panose="02020603050405020304" pitchFamily="18" charset="0"/>
                <a:cs typeface="Times New Roman" panose="02020603050405020304" pitchFamily="18" charset="0"/>
              </a:rPr>
              <a:t>Scientific Reports</a:t>
            </a:r>
            <a:r>
              <a:rPr lang="en-US">
                <a:latin typeface="Times New Roman" panose="02020603050405020304" pitchFamily="18" charset="0"/>
                <a:cs typeface="Times New Roman" panose="02020603050405020304" pitchFamily="18" charset="0"/>
              </a:rPr>
              <a:t>, vol. 16, Article no. 1544, 2026. </a:t>
            </a:r>
          </a:p>
        </p:txBody>
      </p:sp>
    </p:spTree>
    <p:extLst>
      <p:ext uri="{BB962C8B-B14F-4D97-AF65-F5344CB8AC3E}">
        <p14:creationId xmlns:p14="http://schemas.microsoft.com/office/powerpoint/2010/main" val="1963805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43638C3-FC1E-115B-AB11-EB3DABA86C37}"/>
              </a:ext>
            </a:extLst>
          </p:cNvPr>
          <p:cNvSpPr txBox="1"/>
          <p:nvPr/>
        </p:nvSpPr>
        <p:spPr>
          <a:xfrm>
            <a:off x="2909455" y="2510444"/>
            <a:ext cx="7070975" cy="1446550"/>
          </a:xfrm>
          <a:prstGeom prst="rect">
            <a:avLst/>
          </a:prstGeom>
          <a:noFill/>
        </p:spPr>
        <p:txBody>
          <a:bodyPr wrap="none" rtlCol="0">
            <a:spAutoFit/>
          </a:bodyPr>
          <a:lstStyle/>
          <a:p>
            <a:r>
              <a:rPr lang="en-US" sz="8800" b="1">
                <a:solidFill>
                  <a:schemeClr val="tx2">
                    <a:lumMod val="90000"/>
                    <a:lumOff val="10000"/>
                  </a:schemeClr>
                </a:solidFill>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144763525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107</TotalTime>
  <Words>1264</Words>
  <Application>Microsoft Office PowerPoint</Application>
  <PresentationFormat>Widescreen</PresentationFormat>
  <Paragraphs>137</Paragraphs>
  <Slides>16</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16</vt:i4>
      </vt:variant>
    </vt:vector>
  </HeadingPairs>
  <TitlesOfParts>
    <vt:vector size="22" baseType="lpstr">
      <vt:lpstr>Aptos</vt:lpstr>
      <vt:lpstr>Aptos Display</vt:lpstr>
      <vt:lpstr>Arial</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SIMATS ENGINEERING</dc:title>
  <dc:creator>shalini kuppam</dc:creator>
  <cp:lastModifiedBy>Sirivally Singari</cp:lastModifiedBy>
  <cp:revision>4</cp:revision>
  <dcterms:created xsi:type="dcterms:W3CDTF">2026-05-12T03:48:28Z</dcterms:created>
  <dcterms:modified xsi:type="dcterms:W3CDTF">2026-09-01T08:26:38Z</dcterms:modified>
</cp:coreProperties>
</file>