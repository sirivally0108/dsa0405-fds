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1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0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A02767-56AC-5294-EEE8-B13C3B3C5947}" v="176" dt="2026-08-06T13:30:18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7BA02767-56AC-5294-EEE8-B13C3B3C5947}"/>
    <pc:docChg chg="addSld modSld">
      <pc:chgData name="Guest User" userId="" providerId="Windows Live" clId="Web-{7BA02767-56AC-5294-EEE8-B13C3B3C5947}" dt="2026-08-06T13:30:18.929" v="175" actId="14100"/>
      <pc:docMkLst>
        <pc:docMk/>
      </pc:docMkLst>
      <pc:sldChg chg="addSp delSp modSp">
        <pc:chgData name="Guest User" userId="" providerId="Windows Live" clId="Web-{7BA02767-56AC-5294-EEE8-B13C3B3C5947}" dt="2026-08-06T13:04:44.468" v="150" actId="1076"/>
        <pc:sldMkLst>
          <pc:docMk/>
          <pc:sldMk cId="2164170016" sldId="260"/>
        </pc:sldMkLst>
        <pc:spChg chg="del mod">
          <ac:chgData name="Guest User" userId="" providerId="Windows Live" clId="Web-{7BA02767-56AC-5294-EEE8-B13C3B3C5947}" dt="2026-08-06T13:03:09.029" v="110"/>
          <ac:spMkLst>
            <pc:docMk/>
            <pc:sldMk cId="2164170016" sldId="260"/>
            <ac:spMk id="3" creationId="{E2C11075-2D64-EABD-B02B-92474BBBB26B}"/>
          </ac:spMkLst>
        </pc:spChg>
        <pc:spChg chg="add mod">
          <ac:chgData name="Guest User" userId="" providerId="Windows Live" clId="Web-{7BA02767-56AC-5294-EEE8-B13C3B3C5947}" dt="2026-08-06T13:04:37.999" v="149" actId="1076"/>
          <ac:spMkLst>
            <pc:docMk/>
            <pc:sldMk cId="2164170016" sldId="260"/>
            <ac:spMk id="6" creationId="{DDA0E6F5-40DB-F213-2C61-830CAC622022}"/>
          </ac:spMkLst>
        </pc:spChg>
        <pc:graphicFrameChg chg="add mod ord modGraphic">
          <ac:chgData name="Guest User" userId="" providerId="Windows Live" clId="Web-{7BA02767-56AC-5294-EEE8-B13C3B3C5947}" dt="2026-08-06T13:04:44.468" v="150" actId="1076"/>
          <ac:graphicFrameMkLst>
            <pc:docMk/>
            <pc:sldMk cId="2164170016" sldId="260"/>
            <ac:graphicFrameMk id="5" creationId="{60A31B30-4F99-92C0-7819-0A77A705EC46}"/>
          </ac:graphicFrameMkLst>
        </pc:graphicFrameChg>
      </pc:sldChg>
      <pc:sldChg chg="addSp delSp modSp">
        <pc:chgData name="Guest User" userId="" providerId="Windows Live" clId="Web-{7BA02767-56AC-5294-EEE8-B13C3B3C5947}" dt="2026-08-06T12:59:00.835" v="38" actId="1076"/>
        <pc:sldMkLst>
          <pc:docMk/>
          <pc:sldMk cId="1854474857" sldId="261"/>
        </pc:sldMkLst>
        <pc:spChg chg="mod">
          <ac:chgData name="Guest User" userId="" providerId="Windows Live" clId="Web-{7BA02767-56AC-5294-EEE8-B13C3B3C5947}" dt="2026-08-06T12:58:02.818" v="28" actId="20577"/>
          <ac:spMkLst>
            <pc:docMk/>
            <pc:sldMk cId="1854474857" sldId="261"/>
            <ac:spMk id="2" creationId="{15B345BA-368A-36AC-82C6-B1A03B7EC203}"/>
          </ac:spMkLst>
        </pc:spChg>
        <pc:spChg chg="del mod">
          <ac:chgData name="Guest User" userId="" providerId="Windows Live" clId="Web-{7BA02767-56AC-5294-EEE8-B13C3B3C5947}" dt="2026-08-06T12:58:31.678" v="31"/>
          <ac:spMkLst>
            <pc:docMk/>
            <pc:sldMk cId="1854474857" sldId="261"/>
            <ac:spMk id="6" creationId="{08AA01E3-94C8-29FD-C0AC-192F0616F95F}"/>
          </ac:spMkLst>
        </pc:spChg>
        <pc:picChg chg="add mod ord">
          <ac:chgData name="Guest User" userId="" providerId="Windows Live" clId="Web-{7BA02767-56AC-5294-EEE8-B13C3B3C5947}" dt="2026-08-06T12:58:45.522" v="36" actId="14100"/>
          <ac:picMkLst>
            <pc:docMk/>
            <pc:sldMk cId="1854474857" sldId="261"/>
            <ac:picMk id="3" creationId="{09D79D6C-8B5F-4597-F497-EFA9675E6C66}"/>
          </ac:picMkLst>
        </pc:picChg>
        <pc:picChg chg="add mod">
          <ac:chgData name="Guest User" userId="" providerId="Windows Live" clId="Web-{7BA02767-56AC-5294-EEE8-B13C3B3C5947}" dt="2026-08-06T12:59:00.835" v="38" actId="1076"/>
          <ac:picMkLst>
            <pc:docMk/>
            <pc:sldMk cId="1854474857" sldId="261"/>
            <ac:picMk id="4" creationId="{CA51AE6B-6C65-99A0-A032-D20F5F3664CC}"/>
          </ac:picMkLst>
        </pc:picChg>
      </pc:sldChg>
      <pc:sldChg chg="addSp delSp modSp new">
        <pc:chgData name="Guest User" userId="" providerId="Windows Live" clId="Web-{7BA02767-56AC-5294-EEE8-B13C3B3C5947}" dt="2026-08-06T13:00:13.353" v="58" actId="14100"/>
        <pc:sldMkLst>
          <pc:docMk/>
          <pc:sldMk cId="3393486714" sldId="262"/>
        </pc:sldMkLst>
        <pc:spChg chg="mod">
          <ac:chgData name="Guest User" userId="" providerId="Windows Live" clId="Web-{7BA02767-56AC-5294-EEE8-B13C3B3C5947}" dt="2026-08-06T13:00:00.180" v="53" actId="20577"/>
          <ac:spMkLst>
            <pc:docMk/>
            <pc:sldMk cId="3393486714" sldId="262"/>
            <ac:spMk id="2" creationId="{A433DB68-508E-7825-40B9-C37FA18C8164}"/>
          </ac:spMkLst>
        </pc:spChg>
        <pc:spChg chg="del">
          <ac:chgData name="Guest User" userId="" providerId="Windows Live" clId="Web-{7BA02767-56AC-5294-EEE8-B13C3B3C5947}" dt="2026-08-06T12:59:45.368" v="51"/>
          <ac:spMkLst>
            <pc:docMk/>
            <pc:sldMk cId="3393486714" sldId="262"/>
            <ac:spMk id="3" creationId="{39C3DB87-04B1-E341-0158-82AE3DADBBFA}"/>
          </ac:spMkLst>
        </pc:spChg>
        <pc:picChg chg="add mod ord">
          <ac:chgData name="Guest User" userId="" providerId="Windows Live" clId="Web-{7BA02767-56AC-5294-EEE8-B13C3B3C5947}" dt="2026-08-06T13:00:13.353" v="58" actId="14100"/>
          <ac:picMkLst>
            <pc:docMk/>
            <pc:sldMk cId="3393486714" sldId="262"/>
            <ac:picMk id="4" creationId="{C1327A54-0CEC-1FD5-DA1C-FE506A1A2EB1}"/>
          </ac:picMkLst>
        </pc:picChg>
      </pc:sldChg>
      <pc:sldChg chg="addSp delSp modSp new">
        <pc:chgData name="Guest User" userId="" providerId="Windows Live" clId="Web-{7BA02767-56AC-5294-EEE8-B13C3B3C5947}" dt="2026-08-06T13:01:40.277" v="91" actId="20577"/>
        <pc:sldMkLst>
          <pc:docMk/>
          <pc:sldMk cId="4202027520" sldId="263"/>
        </pc:sldMkLst>
        <pc:spChg chg="mod">
          <ac:chgData name="Guest User" userId="" providerId="Windows Live" clId="Web-{7BA02767-56AC-5294-EEE8-B13C3B3C5947}" dt="2026-08-06T13:01:40.277" v="91" actId="20577"/>
          <ac:spMkLst>
            <pc:docMk/>
            <pc:sldMk cId="4202027520" sldId="263"/>
            <ac:spMk id="2" creationId="{B725CE90-B62C-1860-AFD6-2529E0B761C8}"/>
          </ac:spMkLst>
        </pc:spChg>
        <pc:spChg chg="del">
          <ac:chgData name="Guest User" userId="" providerId="Windows Live" clId="Web-{7BA02767-56AC-5294-EEE8-B13C3B3C5947}" dt="2026-08-06T13:01:02.963" v="85"/>
          <ac:spMkLst>
            <pc:docMk/>
            <pc:sldMk cId="4202027520" sldId="263"/>
            <ac:spMk id="3" creationId="{292DD571-0282-3357-073E-44B5A2A306BF}"/>
          </ac:spMkLst>
        </pc:spChg>
        <pc:picChg chg="add mod ord">
          <ac:chgData name="Guest User" userId="" providerId="Windows Live" clId="Web-{7BA02767-56AC-5294-EEE8-B13C3B3C5947}" dt="2026-08-06T13:01:17.495" v="89" actId="14100"/>
          <ac:picMkLst>
            <pc:docMk/>
            <pc:sldMk cId="4202027520" sldId="263"/>
            <ac:picMk id="4" creationId="{371442C3-89ED-8D7F-5186-9ADD4D28CE03}"/>
          </ac:picMkLst>
        </pc:picChg>
      </pc:sldChg>
      <pc:sldChg chg="addSp delSp modSp new">
        <pc:chgData name="Guest User" userId="" providerId="Windows Live" clId="Web-{7BA02767-56AC-5294-EEE8-B13C3B3C5947}" dt="2026-08-06T13:02:44.981" v="108" actId="1076"/>
        <pc:sldMkLst>
          <pc:docMk/>
          <pc:sldMk cId="3449045474" sldId="264"/>
        </pc:sldMkLst>
        <pc:spChg chg="mod">
          <ac:chgData name="Guest User" userId="" providerId="Windows Live" clId="Web-{7BA02767-56AC-5294-EEE8-B13C3B3C5947}" dt="2026-08-06T13:02:04.387" v="103" actId="20577"/>
          <ac:spMkLst>
            <pc:docMk/>
            <pc:sldMk cId="3449045474" sldId="264"/>
            <ac:spMk id="2" creationId="{81DF2F39-3A6A-9DC1-7070-9750A4432E20}"/>
          </ac:spMkLst>
        </pc:spChg>
        <pc:spChg chg="del">
          <ac:chgData name="Guest User" userId="" providerId="Windows Live" clId="Web-{7BA02767-56AC-5294-EEE8-B13C3B3C5947}" dt="2026-08-06T13:02:24.575" v="104"/>
          <ac:spMkLst>
            <pc:docMk/>
            <pc:sldMk cId="3449045474" sldId="264"/>
            <ac:spMk id="3" creationId="{C12D1FE0-789B-7B54-A7DA-4887A138AAC6}"/>
          </ac:spMkLst>
        </pc:spChg>
        <pc:picChg chg="add mod ord">
          <ac:chgData name="Guest User" userId="" providerId="Windows Live" clId="Web-{7BA02767-56AC-5294-EEE8-B13C3B3C5947}" dt="2026-08-06T13:02:44.981" v="108" actId="1076"/>
          <ac:picMkLst>
            <pc:docMk/>
            <pc:sldMk cId="3449045474" sldId="264"/>
            <ac:picMk id="4" creationId="{95140966-A8E0-F2A5-79CE-F6968BADCFA5}"/>
          </ac:picMkLst>
        </pc:picChg>
      </pc:sldChg>
      <pc:sldChg chg="modSp new">
        <pc:chgData name="Guest User" userId="" providerId="Windows Live" clId="Web-{7BA02767-56AC-5294-EEE8-B13C3B3C5947}" dt="2026-08-06T13:18:39.077" v="165" actId="20577"/>
        <pc:sldMkLst>
          <pc:docMk/>
          <pc:sldMk cId="2424472967" sldId="265"/>
        </pc:sldMkLst>
        <pc:spChg chg="mod">
          <ac:chgData name="Guest User" userId="" providerId="Windows Live" clId="Web-{7BA02767-56AC-5294-EEE8-B13C3B3C5947}" dt="2026-08-06T13:18:39.077" v="165" actId="20577"/>
          <ac:spMkLst>
            <pc:docMk/>
            <pc:sldMk cId="2424472967" sldId="265"/>
            <ac:spMk id="2" creationId="{DE770BB1-E81D-A508-F287-E28F799DBBC1}"/>
          </ac:spMkLst>
        </pc:spChg>
        <pc:spChg chg="mod">
          <ac:chgData name="Guest User" userId="" providerId="Windows Live" clId="Web-{7BA02767-56AC-5294-EEE8-B13C3B3C5947}" dt="2026-08-06T13:05:38.079" v="163" actId="1076"/>
          <ac:spMkLst>
            <pc:docMk/>
            <pc:sldMk cId="2424472967" sldId="265"/>
            <ac:spMk id="3" creationId="{D96D7676-34CD-3D43-EF3E-4A665E8EC63E}"/>
          </ac:spMkLst>
        </pc:spChg>
      </pc:sldChg>
      <pc:sldChg chg="addSp modSp new">
        <pc:chgData name="Guest User" userId="" providerId="Windows Live" clId="Web-{7BA02767-56AC-5294-EEE8-B13C3B3C5947}" dt="2026-08-06T13:30:18.929" v="175" actId="14100"/>
        <pc:sldMkLst>
          <pc:docMk/>
          <pc:sldMk cId="405651459" sldId="266"/>
        </pc:sldMkLst>
        <pc:picChg chg="add mod">
          <ac:chgData name="Guest User" userId="" providerId="Windows Live" clId="Web-{7BA02767-56AC-5294-EEE8-B13C3B3C5947}" dt="2026-08-06T13:20:01.235" v="169" actId="1076"/>
          <ac:picMkLst>
            <pc:docMk/>
            <pc:sldMk cId="405651459" sldId="266"/>
            <ac:picMk id="2" creationId="{AFF685AD-C27E-02E2-4B82-B5E796E8B976}"/>
          </ac:picMkLst>
        </pc:picChg>
        <pc:picChg chg="add mod">
          <ac:chgData name="Guest User" userId="" providerId="Windows Live" clId="Web-{7BA02767-56AC-5294-EEE8-B13C3B3C5947}" dt="2026-08-06T13:30:18.929" v="175" actId="14100"/>
          <ac:picMkLst>
            <pc:docMk/>
            <pc:sldMk cId="405651459" sldId="266"/>
            <ac:picMk id="3" creationId="{3F60376E-FDFA-5A21-A90D-FAA56EB6FB2A}"/>
          </ac:picMkLst>
        </pc:picChg>
      </pc:sldChg>
    </pc:docChg>
  </pc:docChgLst>
  <pc:docChgLst>
    <pc:chgData name="Guest User" providerId="Windows Live" clId="Web-{ECF73A92-2941-BE94-2782-DA54C9B606AD}"/>
    <pc:docChg chg="modSld addMainMaster delMainMaster">
      <pc:chgData name="Guest User" userId="" providerId="Windows Live" clId="Web-{ECF73A92-2941-BE94-2782-DA54C9B606AD}" dt="2026-08-04T09:00:59.491" v="48" actId="14100"/>
      <pc:docMkLst>
        <pc:docMk/>
      </pc:docMkLst>
      <pc:sldChg chg="addSp modSp mod setBg modClrScheme chgLayout">
        <pc:chgData name="Guest User" userId="" providerId="Windows Live" clId="Web-{ECF73A92-2941-BE94-2782-DA54C9B606AD}" dt="2026-08-04T09:00:59.491" v="48" actId="14100"/>
        <pc:sldMkLst>
          <pc:docMk/>
          <pc:sldMk cId="482615904" sldId="256"/>
        </pc:sldMkLst>
        <pc:spChg chg="mod">
          <ac:chgData name="Guest User" userId="" providerId="Windows Live" clId="Web-{ECF73A92-2941-BE94-2782-DA54C9B606AD}" dt="2026-08-04T09:00:48.162" v="47"/>
          <ac:spMkLst>
            <pc:docMk/>
            <pc:sldMk cId="482615904" sldId="256"/>
            <ac:spMk id="2" creationId="{762E4FAD-4B8A-1E43-4C92-1F0B46C5FD34}"/>
          </ac:spMkLst>
        </pc:spChg>
        <pc:spChg chg="mod">
          <ac:chgData name="Guest User" userId="" providerId="Windows Live" clId="Web-{ECF73A92-2941-BE94-2782-DA54C9B606AD}" dt="2026-08-04T09:00:48.162" v="47"/>
          <ac:spMkLst>
            <pc:docMk/>
            <pc:sldMk cId="482615904" sldId="256"/>
            <ac:spMk id="3" creationId="{DCA5E1C2-358F-D655-94A8-7EB58C4409EA}"/>
          </ac:spMkLst>
        </pc:spChg>
        <pc:spChg chg="add mod">
          <ac:chgData name="Guest User" userId="" providerId="Windows Live" clId="Web-{ECF73A92-2941-BE94-2782-DA54C9B606AD}" dt="2026-08-04T09:00:48.162" v="47"/>
          <ac:spMkLst>
            <pc:docMk/>
            <pc:sldMk cId="482615904" sldId="256"/>
            <ac:spMk id="4" creationId="{C8059EBE-BABA-BE25-6DDD-54B4819FE070}"/>
          </ac:spMkLst>
        </pc:spChg>
      </pc:sldChg>
    </pc:docChg>
  </pc:docChgLst>
  <pc:docChgLst>
    <pc:chgData name="Guest User" providerId="Windows Live" clId="Web-{63BCCBB0-CF62-DA7C-1814-F1E7C281076C}"/>
    <pc:docChg chg="addSld modSld addMainMaster delMainMaster">
      <pc:chgData name="Guest User" userId="" providerId="Windows Live" clId="Web-{63BCCBB0-CF62-DA7C-1814-F1E7C281076C}" dt="2026-08-04T09:25:10.166" v="163"/>
      <pc:docMkLst>
        <pc:docMk/>
      </pc:docMkLst>
      <pc:sldChg chg="addSp delSp modSp mod setBg modClrScheme setClrOvrMap chgLayout">
        <pc:chgData name="Guest User" userId="" providerId="Windows Live" clId="Web-{63BCCBB0-CF62-DA7C-1814-F1E7C281076C}" dt="2026-08-04T09:05:22.840" v="30" actId="1076"/>
        <pc:sldMkLst>
          <pc:docMk/>
          <pc:sldMk cId="482615904" sldId="256"/>
        </pc:sldMkLst>
        <pc:spChg chg="mod">
          <ac:chgData name="Guest User" userId="" providerId="Windows Live" clId="Web-{63BCCBB0-CF62-DA7C-1814-F1E7C281076C}" dt="2026-08-04T09:03:50.028" v="10" actId="20577"/>
          <ac:spMkLst>
            <pc:docMk/>
            <pc:sldMk cId="482615904" sldId="256"/>
            <ac:spMk id="2" creationId="{762E4FAD-4B8A-1E43-4C92-1F0B46C5FD34}"/>
          </ac:spMkLst>
        </pc:spChg>
        <pc:spChg chg="mod">
          <ac:chgData name="Guest User" userId="" providerId="Windows Live" clId="Web-{63BCCBB0-CF62-DA7C-1814-F1E7C281076C}" dt="2026-08-04T09:05:03.090" v="25" actId="20577"/>
          <ac:spMkLst>
            <pc:docMk/>
            <pc:sldMk cId="482615904" sldId="256"/>
            <ac:spMk id="3" creationId="{DCA5E1C2-358F-D655-94A8-7EB58C4409EA}"/>
          </ac:spMkLst>
        </pc:spChg>
        <pc:spChg chg="mod">
          <ac:chgData name="Guest User" userId="" providerId="Windows Live" clId="Web-{63BCCBB0-CF62-DA7C-1814-F1E7C281076C}" dt="2026-08-04T09:05:22.840" v="30" actId="1076"/>
          <ac:spMkLst>
            <pc:docMk/>
            <pc:sldMk cId="482615904" sldId="256"/>
            <ac:spMk id="4" creationId="{C8059EBE-BABA-BE25-6DDD-54B4819FE070}"/>
          </ac:spMkLst>
        </pc:spChg>
        <pc:spChg chg="add">
          <ac:chgData name="Guest User" userId="" providerId="Windows Live" clId="Web-{63BCCBB0-CF62-DA7C-1814-F1E7C281076C}" dt="2026-08-04T09:03:36.450" v="7"/>
          <ac:spMkLst>
            <pc:docMk/>
            <pc:sldMk cId="482615904" sldId="256"/>
            <ac:spMk id="36" creationId="{46C57131-53A7-4C1A-BEA8-25F06A06AD29}"/>
          </ac:spMkLst>
        </pc:spChg>
        <pc:spChg chg="add">
          <ac:chgData name="Guest User" userId="" providerId="Windows Live" clId="Web-{63BCCBB0-CF62-DA7C-1814-F1E7C281076C}" dt="2026-08-04T09:03:36.450" v="7"/>
          <ac:spMkLst>
            <pc:docMk/>
            <pc:sldMk cId="482615904" sldId="256"/>
            <ac:spMk id="53" creationId="{4DA4374D-F270-4C02-88D7-B751FD9BD6BD}"/>
          </ac:spMkLst>
        </pc:spChg>
        <pc:spChg chg="add">
          <ac:chgData name="Guest User" userId="" providerId="Windows Live" clId="Web-{63BCCBB0-CF62-DA7C-1814-F1E7C281076C}" dt="2026-08-04T09:03:36.450" v="7"/>
          <ac:spMkLst>
            <pc:docMk/>
            <pc:sldMk cId="482615904" sldId="256"/>
            <ac:spMk id="54" creationId="{1ACA2EA0-FFD3-42EC-9406-B595015ED96E}"/>
          </ac:spMkLst>
        </pc:spChg>
        <pc:spChg chg="add">
          <ac:chgData name="Guest User" userId="" providerId="Windows Live" clId="Web-{63BCCBB0-CF62-DA7C-1814-F1E7C281076C}" dt="2026-08-04T09:03:36.450" v="7"/>
          <ac:spMkLst>
            <pc:docMk/>
            <pc:sldMk cId="482615904" sldId="256"/>
            <ac:spMk id="56" creationId="{D5288BCE-665C-472A-8C43-664BCFA31E43}"/>
          </ac:spMkLst>
        </pc:spChg>
        <pc:picChg chg="add mod">
          <ac:chgData name="Guest User" userId="" providerId="Windows Live" clId="Web-{63BCCBB0-CF62-DA7C-1814-F1E7C281076C}" dt="2026-08-04T09:03:57.278" v="12" actId="1076"/>
          <ac:picMkLst>
            <pc:docMk/>
            <pc:sldMk cId="482615904" sldId="256"/>
            <ac:picMk id="55" creationId="{CD079209-8C84-41F3-9783-21AD75EAE56D}"/>
          </ac:picMkLst>
        </pc:picChg>
      </pc:sldChg>
      <pc:sldChg chg="modSp new">
        <pc:chgData name="Guest User" userId="" providerId="Windows Live" clId="Web-{63BCCBB0-CF62-DA7C-1814-F1E7C281076C}" dt="2026-08-04T09:12:40.839" v="57" actId="14100"/>
        <pc:sldMkLst>
          <pc:docMk/>
          <pc:sldMk cId="1273324154" sldId="257"/>
        </pc:sldMkLst>
        <pc:spChg chg="mod">
          <ac:chgData name="Guest User" userId="" providerId="Windows Live" clId="Web-{63BCCBB0-CF62-DA7C-1814-F1E7C281076C}" dt="2026-08-04T09:08:04.355" v="34" actId="20577"/>
          <ac:spMkLst>
            <pc:docMk/>
            <pc:sldMk cId="1273324154" sldId="257"/>
            <ac:spMk id="2" creationId="{6F890346-F0F3-9DB1-FD41-B967DB99297E}"/>
          </ac:spMkLst>
        </pc:spChg>
        <pc:spChg chg="mod">
          <ac:chgData name="Guest User" userId="" providerId="Windows Live" clId="Web-{63BCCBB0-CF62-DA7C-1814-F1E7C281076C}" dt="2026-08-04T09:12:40.839" v="57" actId="14100"/>
          <ac:spMkLst>
            <pc:docMk/>
            <pc:sldMk cId="1273324154" sldId="257"/>
            <ac:spMk id="3" creationId="{0B61F90B-4DB4-07AA-B965-661DA660B717}"/>
          </ac:spMkLst>
        </pc:spChg>
      </pc:sldChg>
      <pc:sldChg chg="addSp delSp modSp new">
        <pc:chgData name="Guest User" userId="" providerId="Windows Live" clId="Web-{63BCCBB0-CF62-DA7C-1814-F1E7C281076C}" dt="2026-08-04T09:19:42.620" v="150" actId="1076"/>
        <pc:sldMkLst>
          <pc:docMk/>
          <pc:sldMk cId="2952991099" sldId="258"/>
        </pc:sldMkLst>
        <pc:spChg chg="mod">
          <ac:chgData name="Guest User" userId="" providerId="Windows Live" clId="Web-{63BCCBB0-CF62-DA7C-1814-F1E7C281076C}" dt="2026-08-04T09:13:46.464" v="62" actId="20577"/>
          <ac:spMkLst>
            <pc:docMk/>
            <pc:sldMk cId="2952991099" sldId="258"/>
            <ac:spMk id="2" creationId="{30834106-6705-6EA4-7FC9-7D9F6FBA61C9}"/>
          </ac:spMkLst>
        </pc:spChg>
        <pc:spChg chg="add mod">
          <ac:chgData name="Guest User" userId="" providerId="Windows Live" clId="Web-{63BCCBB0-CF62-DA7C-1814-F1E7C281076C}" dt="2026-08-04T09:19:42.620" v="150" actId="1076"/>
          <ac:spMkLst>
            <pc:docMk/>
            <pc:sldMk cId="2952991099" sldId="258"/>
            <ac:spMk id="7" creationId="{918F1A68-29EF-0E0D-F28A-7812083912CA}"/>
          </ac:spMkLst>
        </pc:spChg>
        <pc:graphicFrameChg chg="add mod ord modGraphic">
          <ac:chgData name="Guest User" userId="" providerId="Windows Live" clId="Web-{63BCCBB0-CF62-DA7C-1814-F1E7C281076C}" dt="2026-08-04T09:15:06.558" v="96" actId="1076"/>
          <ac:graphicFrameMkLst>
            <pc:docMk/>
            <pc:sldMk cId="2952991099" sldId="258"/>
            <ac:graphicFrameMk id="5" creationId="{45D95B80-F78E-B37E-D50C-0CB2C8403C03}"/>
          </ac:graphicFrameMkLst>
        </pc:graphicFrameChg>
        <pc:picChg chg="add mod">
          <ac:chgData name="Guest User" userId="" providerId="Windows Live" clId="Web-{63BCCBB0-CF62-DA7C-1814-F1E7C281076C}" dt="2026-08-04T09:18:39.480" v="140" actId="1076"/>
          <ac:picMkLst>
            <pc:docMk/>
            <pc:sldMk cId="2952991099" sldId="258"/>
            <ac:picMk id="6" creationId="{0794CC52-E4EC-7D5F-C54A-D8DE9A2BEFC8}"/>
          </ac:picMkLst>
        </pc:picChg>
      </pc:sldChg>
      <pc:sldChg chg="addSp modSp new">
        <pc:chgData name="Guest User" userId="" providerId="Windows Live" clId="Web-{63BCCBB0-CF62-DA7C-1814-F1E7C281076C}" dt="2026-08-04T09:17:59.073" v="135"/>
        <pc:sldMkLst>
          <pc:docMk/>
          <pc:sldMk cId="2709809348" sldId="259"/>
        </pc:sldMkLst>
        <pc:spChg chg="mod">
          <ac:chgData name="Guest User" userId="" providerId="Windows Live" clId="Web-{63BCCBB0-CF62-DA7C-1814-F1E7C281076C}" dt="2026-08-04T09:16:07.698" v="100" actId="20577"/>
          <ac:spMkLst>
            <pc:docMk/>
            <pc:sldMk cId="2709809348" sldId="259"/>
            <ac:spMk id="2" creationId="{AA899AB0-0A23-6BF7-ADB2-4C660F577699}"/>
          </ac:spMkLst>
        </pc:spChg>
        <pc:spChg chg="mod">
          <ac:chgData name="Guest User" userId="" providerId="Windows Live" clId="Web-{63BCCBB0-CF62-DA7C-1814-F1E7C281076C}" dt="2026-08-04T09:16:44.448" v="109" actId="14100"/>
          <ac:spMkLst>
            <pc:docMk/>
            <pc:sldMk cId="2709809348" sldId="259"/>
            <ac:spMk id="3" creationId="{ACF23859-C3B7-00DF-FF28-BFBD90B170B7}"/>
          </ac:spMkLst>
        </pc:spChg>
        <pc:spChg chg="add mod">
          <ac:chgData name="Guest User" userId="" providerId="Windows Live" clId="Web-{63BCCBB0-CF62-DA7C-1814-F1E7C281076C}" dt="2026-08-04T09:17:59.073" v="135"/>
          <ac:spMkLst>
            <pc:docMk/>
            <pc:sldMk cId="2709809348" sldId="259"/>
            <ac:spMk id="4" creationId="{761E8C87-3700-736A-2C8A-EC78A3785804}"/>
          </ac:spMkLst>
        </pc:spChg>
      </pc:sldChg>
      <pc:sldChg chg="modSp new">
        <pc:chgData name="Guest User" userId="" providerId="Windows Live" clId="Web-{63BCCBB0-CF62-DA7C-1814-F1E7C281076C}" dt="2026-08-04T09:22:05.464" v="154" actId="20577"/>
        <pc:sldMkLst>
          <pc:docMk/>
          <pc:sldMk cId="2164170016" sldId="260"/>
        </pc:sldMkLst>
        <pc:spChg chg="mod">
          <ac:chgData name="Guest User" userId="" providerId="Windows Live" clId="Web-{63BCCBB0-CF62-DA7C-1814-F1E7C281076C}" dt="2026-08-04T09:22:05.464" v="154" actId="20577"/>
          <ac:spMkLst>
            <pc:docMk/>
            <pc:sldMk cId="2164170016" sldId="260"/>
            <ac:spMk id="2" creationId="{298151F9-B127-8AB7-561E-6C69700F2618}"/>
          </ac:spMkLst>
        </pc:spChg>
      </pc:sldChg>
      <pc:sldChg chg="addSp delSp modSp new">
        <pc:chgData name="Guest User" userId="" providerId="Windows Live" clId="Web-{63BCCBB0-CF62-DA7C-1814-F1E7C281076C}" dt="2026-08-04T09:25:10.166" v="163"/>
        <pc:sldMkLst>
          <pc:docMk/>
          <pc:sldMk cId="1854474857" sldId="261"/>
        </pc:sldMkLst>
      </pc:sldChg>
      <pc:sldMasterChg chg="add addSldLayout">
        <pc:chgData name="Guest User" userId="" providerId="Windows Live" clId="Web-{63BCCBB0-CF62-DA7C-1814-F1E7C281076C}" dt="2026-08-04T09:03:36.450" v="7"/>
        <pc:sldMasterMkLst>
          <pc:docMk/>
          <pc:sldMasterMk cId="1461560265" sldId="2147483841"/>
        </pc:sldMasterMkLst>
        <pc:sldLayoutChg chg="add">
          <pc:chgData name="Guest User" userId="" providerId="Windows Live" clId="Web-{63BCCBB0-CF62-DA7C-1814-F1E7C281076C}" dt="2026-08-04T09:03:36.450" v="7"/>
          <pc:sldLayoutMkLst>
            <pc:docMk/>
            <pc:sldMasterMk cId="1461560265" sldId="2147483841"/>
            <pc:sldLayoutMk cId="2715554143" sldId="2147483830"/>
          </pc:sldLayoutMkLst>
        </pc:sldLayoutChg>
        <pc:sldLayoutChg chg="add">
          <pc:chgData name="Guest User" userId="" providerId="Windows Live" clId="Web-{63BCCBB0-CF62-DA7C-1814-F1E7C281076C}" dt="2026-08-04T09:03:36.450" v="7"/>
          <pc:sldLayoutMkLst>
            <pc:docMk/>
            <pc:sldMasterMk cId="1461560265" sldId="2147483841"/>
            <pc:sldLayoutMk cId="3584228750" sldId="2147483831"/>
          </pc:sldLayoutMkLst>
        </pc:sldLayoutChg>
        <pc:sldLayoutChg chg="add">
          <pc:chgData name="Guest User" userId="" providerId="Windows Live" clId="Web-{63BCCBB0-CF62-DA7C-1814-F1E7C281076C}" dt="2026-08-04T09:03:36.450" v="7"/>
          <pc:sldLayoutMkLst>
            <pc:docMk/>
            <pc:sldMasterMk cId="1461560265" sldId="2147483841"/>
            <pc:sldLayoutMk cId="3314583041" sldId="2147483832"/>
          </pc:sldLayoutMkLst>
        </pc:sldLayoutChg>
        <pc:sldLayoutChg chg="add">
          <pc:chgData name="Guest User" userId="" providerId="Windows Live" clId="Web-{63BCCBB0-CF62-DA7C-1814-F1E7C281076C}" dt="2026-08-04T09:03:36.450" v="7"/>
          <pc:sldLayoutMkLst>
            <pc:docMk/>
            <pc:sldMasterMk cId="1461560265" sldId="2147483841"/>
            <pc:sldLayoutMk cId="14342700" sldId="2147483833"/>
          </pc:sldLayoutMkLst>
        </pc:sldLayoutChg>
        <pc:sldLayoutChg chg="add">
          <pc:chgData name="Guest User" userId="" providerId="Windows Live" clId="Web-{63BCCBB0-CF62-DA7C-1814-F1E7C281076C}" dt="2026-08-04T09:03:36.450" v="7"/>
          <pc:sldLayoutMkLst>
            <pc:docMk/>
            <pc:sldMasterMk cId="1461560265" sldId="2147483841"/>
            <pc:sldLayoutMk cId="1244300308" sldId="2147483834"/>
          </pc:sldLayoutMkLst>
        </pc:sldLayoutChg>
        <pc:sldLayoutChg chg="add">
          <pc:chgData name="Guest User" userId="" providerId="Windows Live" clId="Web-{63BCCBB0-CF62-DA7C-1814-F1E7C281076C}" dt="2026-08-04T09:03:36.450" v="7"/>
          <pc:sldLayoutMkLst>
            <pc:docMk/>
            <pc:sldMasterMk cId="1461560265" sldId="2147483841"/>
            <pc:sldLayoutMk cId="734876629" sldId="2147483835"/>
          </pc:sldLayoutMkLst>
        </pc:sldLayoutChg>
        <pc:sldLayoutChg chg="add">
          <pc:chgData name="Guest User" userId="" providerId="Windows Live" clId="Web-{63BCCBB0-CF62-DA7C-1814-F1E7C281076C}" dt="2026-08-04T09:03:36.450" v="7"/>
          <pc:sldLayoutMkLst>
            <pc:docMk/>
            <pc:sldMasterMk cId="1461560265" sldId="2147483841"/>
            <pc:sldLayoutMk cId="2683864698" sldId="2147483836"/>
          </pc:sldLayoutMkLst>
        </pc:sldLayoutChg>
        <pc:sldLayoutChg chg="add">
          <pc:chgData name="Guest User" userId="" providerId="Windows Live" clId="Web-{63BCCBB0-CF62-DA7C-1814-F1E7C281076C}" dt="2026-08-04T09:03:36.450" v="7"/>
          <pc:sldLayoutMkLst>
            <pc:docMk/>
            <pc:sldMasterMk cId="1461560265" sldId="2147483841"/>
            <pc:sldLayoutMk cId="1920833531" sldId="2147483837"/>
          </pc:sldLayoutMkLst>
        </pc:sldLayoutChg>
        <pc:sldLayoutChg chg="add">
          <pc:chgData name="Guest User" userId="" providerId="Windows Live" clId="Web-{63BCCBB0-CF62-DA7C-1814-F1E7C281076C}" dt="2026-08-04T09:03:36.450" v="7"/>
          <pc:sldLayoutMkLst>
            <pc:docMk/>
            <pc:sldMasterMk cId="1461560265" sldId="2147483841"/>
            <pc:sldLayoutMk cId="3475107661" sldId="2147483838"/>
          </pc:sldLayoutMkLst>
        </pc:sldLayoutChg>
        <pc:sldLayoutChg chg="add">
          <pc:chgData name="Guest User" userId="" providerId="Windows Live" clId="Web-{63BCCBB0-CF62-DA7C-1814-F1E7C281076C}" dt="2026-08-04T09:03:36.450" v="7"/>
          <pc:sldLayoutMkLst>
            <pc:docMk/>
            <pc:sldMasterMk cId="1461560265" sldId="2147483841"/>
            <pc:sldLayoutMk cId="2442680931" sldId="2147483839"/>
          </pc:sldLayoutMkLst>
        </pc:sldLayoutChg>
        <pc:sldLayoutChg chg="add">
          <pc:chgData name="Guest User" userId="" providerId="Windows Live" clId="Web-{63BCCBB0-CF62-DA7C-1814-F1E7C281076C}" dt="2026-08-04T09:03:36.450" v="7"/>
          <pc:sldLayoutMkLst>
            <pc:docMk/>
            <pc:sldMasterMk cId="1461560265" sldId="2147483841"/>
            <pc:sldLayoutMk cId="2152354260" sldId="2147483840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3864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833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107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680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354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300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5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228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583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2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876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560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37" r:id="rId2"/>
    <p:sldLayoutId id="2147483838" r:id="rId3"/>
    <p:sldLayoutId id="2147483839" r:id="rId4"/>
    <p:sldLayoutId id="2147483840" r:id="rId5"/>
    <p:sldLayoutId id="2147483834" r:id="rId6"/>
    <p:sldLayoutId id="2147483830" r:id="rId7"/>
    <p:sldLayoutId id="2147483831" r:id="rId8"/>
    <p:sldLayoutId id="2147483832" r:id="rId9"/>
    <p:sldLayoutId id="2147483833" r:id="rId10"/>
    <p:sldLayoutId id="214748383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4DA4374D-F270-4C02-88D7-B751FD9BD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!!Rectangle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CD079209-8C84-41F3-9783-21AD75EAE56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9077" r="-2" b="-2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2E4FAD-4B8A-1E43-4C92-1F0B46C5FD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5000" b="1">
                <a:latin typeface="Batang"/>
                <a:ea typeface="Batang"/>
              </a:rPr>
              <a:t>Data Manipulation and Preprocessing Using Pandas and Python Libraries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A5E1C2-358F-D655-94A8-7EB58C4409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2194" y="5027112"/>
            <a:ext cx="7058025" cy="581025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>
                <a:solidFill>
                  <a:schemeClr val="bg2"/>
                </a:solidFill>
                <a:latin typeface="Times New Roman"/>
                <a:ea typeface="Batang"/>
                <a:cs typeface="Times New Roman"/>
              </a:rPr>
              <a:t>Presented by:</a:t>
            </a:r>
          </a:p>
          <a:p>
            <a:pPr>
              <a:lnSpc>
                <a:spcPct val="100000"/>
              </a:lnSpc>
            </a:pPr>
            <a:r>
              <a:rPr lang="en-US" sz="2000" err="1">
                <a:solidFill>
                  <a:schemeClr val="bg2"/>
                </a:solidFill>
                <a:latin typeface="Times New Roman"/>
                <a:ea typeface="Batang"/>
                <a:cs typeface="Times New Roman"/>
              </a:rPr>
              <a:t>S.Sirivally</a:t>
            </a:r>
            <a:endParaRPr lang="en-US" sz="2000">
              <a:solidFill>
                <a:schemeClr val="bg2"/>
              </a:solidFill>
              <a:latin typeface="Times New Roman"/>
              <a:ea typeface="Batang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 sz="2000">
                <a:solidFill>
                  <a:schemeClr val="bg2"/>
                </a:solidFill>
                <a:latin typeface="Times New Roman"/>
                <a:ea typeface="Batang"/>
                <a:cs typeface="Times New Roman"/>
              </a:rPr>
              <a:t>192472371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059EBE-BABA-BE25-6DDD-54B4819FE070}"/>
              </a:ext>
            </a:extLst>
          </p:cNvPr>
          <p:cNvSpPr txBox="1"/>
          <p:nvPr/>
        </p:nvSpPr>
        <p:spPr>
          <a:xfrm>
            <a:off x="8903230" y="4805522"/>
            <a:ext cx="2954193" cy="7848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Superv</a:t>
            </a:r>
            <a:r>
              <a:rPr lang="en-US" sz="20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ised by:</a:t>
            </a:r>
            <a:endParaRPr lang="en-US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lang="en-US" sz="20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Dr. Krishnaraj M</a:t>
            </a:r>
            <a:endParaRPr lang="en-US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82615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90346-F0F3-9DB1-FD41-B967DB992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Batang"/>
                <a:ea typeface="Batang"/>
                <a:cs typeface="+mj-lt"/>
              </a:rPr>
              <a:t>Introduction</a:t>
            </a:r>
            <a:endParaRPr lang="en-US" b="1">
              <a:latin typeface="Batang"/>
              <a:ea typeface="Bata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1F90B-4DB4-07AA-B965-661DA660B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715" y="2141848"/>
            <a:ext cx="10168128" cy="4725114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buNone/>
            </a:pPr>
            <a:r>
              <a:rPr lang="en-US" b="1">
                <a:latin typeface="Book Antiqua"/>
                <a:cs typeface="Times New Roman"/>
              </a:rPr>
              <a:t>What is Data Manipulation?</a:t>
            </a:r>
          </a:p>
          <a:p>
            <a:pPr>
              <a:buFont typeface="Arial"/>
            </a:pPr>
            <a:r>
              <a:rPr lang="en-US">
                <a:latin typeface="Book Antiqua"/>
                <a:ea typeface="+mn-lt"/>
                <a:cs typeface="Times New Roman"/>
              </a:rPr>
              <a:t>Data manipulation is the process of organizing, cleaning, transforming, and analyzing raw data. </a:t>
            </a:r>
          </a:p>
          <a:p>
            <a:pPr>
              <a:buFont typeface="Arial"/>
            </a:pPr>
            <a:r>
              <a:rPr lang="en-US">
                <a:latin typeface="Book Antiqua"/>
                <a:ea typeface="+mn-lt"/>
                <a:cs typeface="Times New Roman"/>
              </a:rPr>
              <a:t>It helps convert unstructured data into a meaningful format. </a:t>
            </a:r>
            <a:endParaRPr lang="en-US">
              <a:latin typeface="Book Antiqua"/>
              <a:cs typeface="Times New Roman"/>
            </a:endParaRPr>
          </a:p>
          <a:p>
            <a:pPr marL="0" indent="0">
              <a:buNone/>
            </a:pPr>
            <a:r>
              <a:rPr lang="en-US" sz="2900" b="1">
                <a:latin typeface="Book Antiqua"/>
                <a:cs typeface="Times New Roman"/>
              </a:rPr>
              <a:t>What is Data Preprocessing?</a:t>
            </a:r>
          </a:p>
          <a:p>
            <a:pPr>
              <a:buFont typeface="Arial"/>
            </a:pPr>
            <a:r>
              <a:rPr lang="en-US">
                <a:latin typeface="Book Antiqua"/>
                <a:ea typeface="+mn-lt"/>
                <a:cs typeface="Times New Roman"/>
              </a:rPr>
              <a:t>Data preprocessing prepares raw data before analysis. </a:t>
            </a:r>
          </a:p>
          <a:p>
            <a:pPr>
              <a:buFont typeface="Arial"/>
            </a:pPr>
            <a:r>
              <a:rPr lang="en-US">
                <a:latin typeface="Book Antiqua"/>
                <a:ea typeface="+mn-lt"/>
                <a:cs typeface="Times New Roman"/>
              </a:rPr>
              <a:t>It improves data quality by removing errors and inconsistencies. </a:t>
            </a:r>
            <a:endParaRPr lang="en-US">
              <a:latin typeface="Book Antiqua"/>
              <a:cs typeface="Times New Roman"/>
            </a:endParaRPr>
          </a:p>
          <a:p>
            <a:pPr marL="0" indent="0">
              <a:buNone/>
            </a:pPr>
            <a:r>
              <a:rPr lang="en-US" b="1">
                <a:latin typeface="Book Antiqua"/>
                <a:cs typeface="Times New Roman"/>
              </a:rPr>
              <a:t>Why is it Important?</a:t>
            </a:r>
          </a:p>
          <a:p>
            <a:pPr>
              <a:buFont typeface="Arial"/>
            </a:pPr>
            <a:r>
              <a:rPr lang="en-US">
                <a:latin typeface="Book Antiqua"/>
                <a:ea typeface="+mn-lt"/>
                <a:cs typeface="Times New Roman"/>
              </a:rPr>
              <a:t>Improves accuracy </a:t>
            </a:r>
          </a:p>
          <a:p>
            <a:pPr>
              <a:buFont typeface="Arial"/>
            </a:pPr>
            <a:r>
              <a:rPr lang="en-US">
                <a:latin typeface="Book Antiqua"/>
                <a:ea typeface="+mn-lt"/>
                <a:cs typeface="Times New Roman"/>
              </a:rPr>
              <a:t>Removes duplicate or missing data </a:t>
            </a:r>
          </a:p>
          <a:p>
            <a:pPr>
              <a:buFont typeface="Arial"/>
            </a:pPr>
            <a:r>
              <a:rPr lang="en-US">
                <a:latin typeface="Book Antiqua"/>
                <a:ea typeface="+mn-lt"/>
                <a:cs typeface="Times New Roman"/>
              </a:rPr>
              <a:t>Makes analysis faster </a:t>
            </a:r>
          </a:p>
          <a:p>
            <a:pPr>
              <a:buFont typeface="Arial"/>
            </a:pPr>
            <a:r>
              <a:rPr lang="en-US">
                <a:latin typeface="Book Antiqua"/>
                <a:ea typeface="+mn-lt"/>
                <a:cs typeface="Times New Roman"/>
              </a:rPr>
              <a:t>Produces reliable results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324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34106-6705-6EA4-7FC9-7D9F6FBA6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latin typeface="Batang"/>
                <a:ea typeface="Batang"/>
                <a:cs typeface="+mj-lt"/>
              </a:rPr>
              <a:t>Libraries for Data Manipulation and Preprocessing</a:t>
            </a:r>
            <a:endParaRPr lang="en-US" b="1">
              <a:latin typeface="Batang"/>
              <a:ea typeface="Batang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5D95B80-F78E-B37E-D50C-0CB2C8403C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0026571"/>
              </p:ext>
            </p:extLst>
          </p:nvPr>
        </p:nvGraphicFramePr>
        <p:xfrm>
          <a:off x="717176" y="2364441"/>
          <a:ext cx="6033798" cy="3827454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720617">
                  <a:extLst>
                    <a:ext uri="{9D8B030D-6E8A-4147-A177-3AD203B41FA5}">
                      <a16:colId xmlns:a16="http://schemas.microsoft.com/office/drawing/2014/main" val="2597639159"/>
                    </a:ext>
                  </a:extLst>
                </a:gridCol>
                <a:gridCol w="4313181">
                  <a:extLst>
                    <a:ext uri="{9D8B030D-6E8A-4147-A177-3AD203B41FA5}">
                      <a16:colId xmlns:a16="http://schemas.microsoft.com/office/drawing/2014/main" val="3703400104"/>
                    </a:ext>
                  </a:extLst>
                </a:gridCol>
              </a:tblGrid>
              <a:tr h="597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Book Antiqua"/>
                        </a:rPr>
                        <a:t>Library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Book Antiqua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7918793"/>
                  </a:ext>
                </a:extLst>
              </a:tr>
              <a:tr h="7195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Book Antiqua"/>
                        </a:rPr>
                        <a:t>NumPy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Book Antiqua"/>
                        </a:rPr>
                        <a:t>Numerical computations and array operations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7865703"/>
                  </a:ext>
                </a:extLst>
              </a:tr>
              <a:tr h="597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Book Antiqua"/>
                        </a:rPr>
                        <a:t>Pandas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Book Antiqua"/>
                        </a:rPr>
                        <a:t>Data manipulation and preprocessing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4885517"/>
                  </a:ext>
                </a:extLst>
              </a:tr>
              <a:tr h="597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Book Antiqua"/>
                        </a:rPr>
                        <a:t>Matplotlib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Book Antiqua"/>
                        </a:rPr>
                        <a:t>Data visualization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7184979"/>
                  </a:ext>
                </a:extLst>
              </a:tr>
              <a:tr h="597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Book Antiqua"/>
                        </a:rPr>
                        <a:t>SciPy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Book Antiqua"/>
                        </a:rPr>
                        <a:t>Scientific and statistical computations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8768178"/>
                  </a:ext>
                </a:extLst>
              </a:tr>
              <a:tr h="7195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Book Antiqua"/>
                        </a:rPr>
                        <a:t>Scikit-Learn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Book Antiqua"/>
                        </a:rPr>
                        <a:t>Data preprocessing and machine learning utilities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0196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794CC52-E4EC-7D5F-C54A-D8DE9A2BE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2056" y="2812676"/>
            <a:ext cx="3146329" cy="39444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8F1A68-29EF-0E0D-F28A-7812083912CA}"/>
              </a:ext>
            </a:extLst>
          </p:cNvPr>
          <p:cNvSpPr txBox="1"/>
          <p:nvPr/>
        </p:nvSpPr>
        <p:spPr>
          <a:xfrm>
            <a:off x="8526582" y="2256968"/>
            <a:ext cx="284218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latin typeface="Book Antiqua"/>
                <a:ea typeface="+mn-lt"/>
                <a:cs typeface="+mn-lt"/>
              </a:rPr>
              <a:t>Workflow</a:t>
            </a:r>
            <a:endParaRPr lang="en-US" sz="2000" b="1"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2952991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99AB0-0A23-6BF7-ADB2-4C660F577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Batang"/>
                <a:ea typeface="Batang"/>
                <a:cs typeface="+mj-lt"/>
              </a:rPr>
              <a:t>Data Manipulation Using Pandas</a:t>
            </a:r>
            <a:endParaRPr lang="en-US" b="1">
              <a:latin typeface="Batang"/>
              <a:ea typeface="Bata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23859-C3B7-00DF-FF28-BFBD90B17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175466"/>
            <a:ext cx="10168128" cy="4444969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buNone/>
            </a:pPr>
            <a:r>
              <a:rPr lang="en-US" b="1">
                <a:latin typeface="Book Antiqua"/>
              </a:rPr>
              <a:t>What is Pandas?</a:t>
            </a:r>
          </a:p>
          <a:p>
            <a:pPr>
              <a:buNone/>
            </a:pPr>
            <a:r>
              <a:rPr lang="en-US">
                <a:latin typeface="Book Antiqua"/>
                <a:ea typeface="+mn-lt"/>
                <a:cs typeface="+mn-lt"/>
              </a:rPr>
              <a:t>Pandas is an open-source Python library used for data analysis and manipulation.</a:t>
            </a:r>
            <a:endParaRPr lang="en-US" dirty="0">
              <a:latin typeface="Book Antiqua"/>
              <a:ea typeface="+mn-lt"/>
              <a:cs typeface="+mn-lt"/>
            </a:endParaRPr>
          </a:p>
          <a:p>
            <a:pPr>
              <a:buNone/>
            </a:pPr>
            <a:r>
              <a:rPr lang="en-US" b="1">
                <a:latin typeface="Book Antiqua"/>
              </a:rPr>
              <a:t>Features</a:t>
            </a:r>
          </a:p>
          <a:p>
            <a:pPr>
              <a:buFont typeface="Arial"/>
            </a:pPr>
            <a:r>
              <a:rPr lang="en-US">
                <a:latin typeface="Book Antiqua"/>
                <a:ea typeface="+mn-lt"/>
                <a:cs typeface="+mn-lt"/>
              </a:rPr>
              <a:t>Read CSV/Excel files </a:t>
            </a:r>
            <a:endParaRPr lang="en-US" dirty="0">
              <a:latin typeface="Book Antiqua"/>
              <a:ea typeface="+mn-lt"/>
              <a:cs typeface="+mn-lt"/>
            </a:endParaRPr>
          </a:p>
          <a:p>
            <a:pPr>
              <a:buFont typeface="Arial"/>
            </a:pPr>
            <a:r>
              <a:rPr lang="en-US" dirty="0">
                <a:latin typeface="Book Antiqua"/>
                <a:ea typeface="+mn-lt"/>
                <a:cs typeface="+mn-lt"/>
              </a:rPr>
              <a:t>Create </a:t>
            </a:r>
            <a:r>
              <a:rPr lang="en-US" dirty="0" err="1">
                <a:latin typeface="Book Antiqua"/>
                <a:ea typeface="+mn-lt"/>
                <a:cs typeface="+mn-lt"/>
              </a:rPr>
              <a:t>DataFrames</a:t>
            </a:r>
            <a:r>
              <a:rPr lang="en-US" dirty="0">
                <a:latin typeface="Book Antiqua"/>
                <a:ea typeface="+mn-lt"/>
                <a:cs typeface="+mn-lt"/>
              </a:rPr>
              <a:t> </a:t>
            </a:r>
          </a:p>
          <a:p>
            <a:pPr>
              <a:buFont typeface="Arial"/>
            </a:pPr>
            <a:r>
              <a:rPr lang="en-US">
                <a:latin typeface="Book Antiqua"/>
                <a:ea typeface="+mn-lt"/>
                <a:cs typeface="+mn-lt"/>
              </a:rPr>
              <a:t>Select data </a:t>
            </a:r>
            <a:endParaRPr lang="en-US" dirty="0">
              <a:latin typeface="Book Antiqua"/>
              <a:ea typeface="+mn-lt"/>
              <a:cs typeface="+mn-lt"/>
            </a:endParaRPr>
          </a:p>
          <a:p>
            <a:pPr>
              <a:buFont typeface="Arial"/>
            </a:pPr>
            <a:r>
              <a:rPr lang="en-US">
                <a:latin typeface="Book Antiqua"/>
                <a:ea typeface="+mn-lt"/>
                <a:cs typeface="+mn-lt"/>
              </a:rPr>
              <a:t>Filter rows </a:t>
            </a:r>
            <a:endParaRPr lang="en-US" dirty="0">
              <a:latin typeface="Book Antiqua"/>
              <a:ea typeface="+mn-lt"/>
              <a:cs typeface="+mn-lt"/>
            </a:endParaRPr>
          </a:p>
          <a:p>
            <a:pPr>
              <a:buFont typeface="Arial"/>
            </a:pPr>
            <a:r>
              <a:rPr lang="en-US">
                <a:latin typeface="Book Antiqua"/>
                <a:ea typeface="+mn-lt"/>
                <a:cs typeface="+mn-lt"/>
              </a:rPr>
              <a:t>Sort data </a:t>
            </a:r>
            <a:endParaRPr lang="en-US" dirty="0">
              <a:latin typeface="Book Antiqua"/>
              <a:ea typeface="+mn-lt"/>
              <a:cs typeface="+mn-lt"/>
            </a:endParaRPr>
          </a:p>
          <a:p>
            <a:pPr>
              <a:buFont typeface="Arial"/>
            </a:pPr>
            <a:r>
              <a:rPr lang="en-US">
                <a:latin typeface="Book Antiqua"/>
                <a:ea typeface="+mn-lt"/>
                <a:cs typeface="+mn-lt"/>
              </a:rPr>
              <a:t>Group records </a:t>
            </a:r>
            <a:endParaRPr lang="en-US" dirty="0">
              <a:latin typeface="Book Antiqua"/>
              <a:ea typeface="+mn-lt"/>
              <a:cs typeface="+mn-lt"/>
            </a:endParaRPr>
          </a:p>
          <a:p>
            <a:pPr>
              <a:buFont typeface="Arial"/>
            </a:pPr>
            <a:r>
              <a:rPr lang="en-US">
                <a:latin typeface="Book Antiqua"/>
                <a:ea typeface="+mn-lt"/>
                <a:cs typeface="+mn-lt"/>
              </a:rPr>
              <a:t>Rank data </a:t>
            </a:r>
            <a:endParaRPr lang="en-US" dirty="0">
              <a:latin typeface="Book Antiqua"/>
              <a:ea typeface="+mn-lt"/>
              <a:cs typeface="+mn-lt"/>
            </a:endParaRPr>
          </a:p>
          <a:p>
            <a:pPr>
              <a:buFont typeface="Arial"/>
            </a:pPr>
            <a:r>
              <a:rPr lang="en-US">
                <a:latin typeface="Book Antiqua"/>
                <a:ea typeface="+mn-lt"/>
                <a:cs typeface="+mn-lt"/>
              </a:rPr>
              <a:t>Export processed data</a:t>
            </a:r>
            <a:endParaRPr lang="en-US" dirty="0">
              <a:latin typeface="Book Antiqua"/>
              <a:ea typeface="+mn-lt"/>
              <a:cs typeface="+mn-lt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1E8C87-3700-736A-2C8A-EC78A3785804}"/>
              </a:ext>
            </a:extLst>
          </p:cNvPr>
          <p:cNvSpPr txBox="1"/>
          <p:nvPr/>
        </p:nvSpPr>
        <p:spPr>
          <a:xfrm>
            <a:off x="6813176" y="3944471"/>
            <a:ext cx="3910854" cy="1477328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Book Antiqua"/>
              </a:rPr>
              <a:t>Example:</a:t>
            </a:r>
          </a:p>
          <a:p>
            <a:endParaRPr lang="en-US"/>
          </a:p>
          <a:p>
            <a:r>
              <a:rPr lang="en-US" dirty="0"/>
              <a:t>import pandas as pd </a:t>
            </a:r>
          </a:p>
          <a:p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pd.read_csv</a:t>
            </a:r>
            <a:r>
              <a:rPr lang="en-US" dirty="0"/>
              <a:t>("students.csv") </a:t>
            </a:r>
          </a:p>
          <a:p>
            <a:r>
              <a:rPr lang="en-US" dirty="0"/>
              <a:t>print(</a:t>
            </a:r>
            <a:r>
              <a:rPr lang="en-US" dirty="0" err="1"/>
              <a:t>df.head</a:t>
            </a:r>
            <a:r>
              <a:rPr lang="en-US" dirty="0"/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2709809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345BA-368A-36AC-82C6-B1A03B7EC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Batang"/>
                <a:ea typeface="Batang"/>
              </a:rPr>
              <a:t>Data Preprocessing Techniques 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09D79D6C-8B5F-4597-F497-EFA9675E6C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94380" y="2446709"/>
            <a:ext cx="6431351" cy="39655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A51AE6B-6C65-99A0-A032-D20F5F366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2602870"/>
            <a:ext cx="4476750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474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3DB68-508E-7825-40B9-C37FA18C8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atang"/>
                <a:ea typeface="Batang"/>
              </a:rPr>
              <a:t>Handling Missing </a:t>
            </a:r>
            <a:r>
              <a:rPr lang="en-US" b="1">
                <a:latin typeface="Batang"/>
                <a:ea typeface="Batang"/>
              </a:rPr>
              <a:t>Data</a:t>
            </a:r>
            <a:endParaRPr lang="en-US" b="1" dirty="0">
              <a:latin typeface="Batang"/>
              <a:ea typeface="Batang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1327A54-0CEC-1FD5-DA1C-FE506A1A2E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8911" y="2279352"/>
            <a:ext cx="11149332" cy="4279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486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5CE90-B62C-1860-AFD6-2529E0B76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Batang"/>
                <a:ea typeface="Batang"/>
              </a:rPr>
              <a:t>Filtering, Sorting and Grouping Data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71442C3-89ED-8D7F-5186-9ADD4D28CE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651" y="2334612"/>
            <a:ext cx="11232839" cy="414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027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F2F39-3A6A-9DC1-7070-9750A4432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atang"/>
                <a:ea typeface="Batang"/>
              </a:rPr>
              <a:t>Ranking and </a:t>
            </a:r>
            <a:r>
              <a:rPr lang="en-US" b="1">
                <a:latin typeface="Batang"/>
                <a:ea typeface="Batang"/>
              </a:rPr>
              <a:t>Visualization</a:t>
            </a:r>
            <a:endParaRPr lang="en-US" b="1" dirty="0">
              <a:latin typeface="Batang"/>
              <a:ea typeface="Batang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5140966-A8E0-F2A5-79CE-F6968BADCF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532" y="2269257"/>
            <a:ext cx="11605872" cy="437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045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151F9-B127-8AB7-561E-6C69700F2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Batang"/>
                <a:ea typeface="Batang"/>
                <a:cs typeface="+mj-lt"/>
              </a:rPr>
              <a:t>Real-Time Applications</a:t>
            </a:r>
            <a:endParaRPr lang="en-US" b="1">
              <a:latin typeface="Batang"/>
              <a:ea typeface="Batang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0A31B30-4F99-92C0-7819-0A77A705EC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5712107"/>
              </p:ext>
            </p:extLst>
          </p:nvPr>
        </p:nvGraphicFramePr>
        <p:xfrm>
          <a:off x="1011630" y="2561595"/>
          <a:ext cx="10167935" cy="25603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983566">
                  <a:extLst>
                    <a:ext uri="{9D8B030D-6E8A-4147-A177-3AD203B41FA5}">
                      <a16:colId xmlns:a16="http://schemas.microsoft.com/office/drawing/2014/main" val="1075738525"/>
                    </a:ext>
                  </a:extLst>
                </a:gridCol>
                <a:gridCol w="7184369">
                  <a:extLst>
                    <a:ext uri="{9D8B030D-6E8A-4147-A177-3AD203B41FA5}">
                      <a16:colId xmlns:a16="http://schemas.microsoft.com/office/drawing/2014/main" val="25794994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Book Antiqua"/>
                        </a:rPr>
                        <a:t>Domain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Book Antiqua"/>
                        </a:rPr>
                        <a:t>Application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3696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Book Antiqua"/>
                        </a:rPr>
                        <a:t>🏥 Healthcare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Book Antiqua"/>
                        </a:rPr>
                        <a:t>Cleans patient records for accurate diagnosis and treatment.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6791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Book Antiqua"/>
                        </a:rPr>
                        <a:t>🏦 Banking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Book Antiqua"/>
                        </a:rPr>
                        <a:t>Preprocesses transaction data to detect fraudulent activities.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8630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Book Antiqua"/>
                        </a:rPr>
                        <a:t>🛒 Retail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Book Antiqua"/>
                        </a:rPr>
                        <a:t>Analyzes customer and sales data to improve business decisions.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2112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Book Antiqua"/>
                        </a:rPr>
                        <a:t>🎓 Education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Book Antiqua"/>
                        </a:rPr>
                        <a:t>Evaluates student performance and academic trends.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9796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Book Antiqua"/>
                        </a:rPr>
                        <a:t>🌾 Agriculture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Book Antiqua"/>
                        </a:rPr>
                        <a:t>Processes crop and weather data for yield prediction.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8067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Book Antiqua"/>
                        </a:rPr>
                        <a:t>🏭 Manufacturing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Book Antiqua"/>
                        </a:rPr>
                        <a:t>Organizes production data to improve quality control.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389853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DA0E6F5-40DB-F213-2C61-830CAC622022}"/>
              </a:ext>
            </a:extLst>
          </p:cNvPr>
          <p:cNvSpPr txBox="1"/>
          <p:nvPr/>
        </p:nvSpPr>
        <p:spPr>
          <a:xfrm>
            <a:off x="741124" y="5328781"/>
            <a:ext cx="1069931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>
              <a:latin typeface="Book Antiqua"/>
            </a:endParaRPr>
          </a:p>
          <a:p>
            <a:r>
              <a:rPr lang="en-US" b="1">
                <a:latin typeface="Book Antiqua"/>
              </a:rPr>
              <a:t>Key Takeaway:</a:t>
            </a:r>
          </a:p>
          <a:p>
            <a:pPr lvl="1">
              <a:buFont typeface=""/>
              <a:buNone/>
            </a:pPr>
            <a:r>
              <a:rPr lang="en-US">
                <a:latin typeface="Book Antiqua"/>
              </a:rPr>
              <a:t>Data preprocessing helps organizations make faster, more accurate, and data-driven decisions.</a:t>
            </a:r>
            <a:endParaRPr lang="en-US" dirty="0">
              <a:latin typeface="Book Antiqua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170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0BB1-E81D-A508-F287-E28F799DB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Batang"/>
                <a:ea typeface="Batang"/>
                <a:cs typeface="+mj-lt"/>
              </a:rPr>
              <a:t>Conclusion</a:t>
            </a:r>
            <a:endParaRPr lang="en-US" b="1">
              <a:latin typeface="Batang"/>
              <a:ea typeface="Bata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D7676-34CD-3D43-EF3E-4A665E8EC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184" y="2509339"/>
            <a:ext cx="10168128" cy="3694176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algn="just">
              <a:buFont typeface="Arial"/>
              <a:buChar char="•"/>
            </a:pPr>
            <a:r>
              <a:rPr lang="en-US">
                <a:latin typeface="Book Antiqua"/>
                <a:ea typeface="+mn-lt"/>
                <a:cs typeface="+mn-lt"/>
              </a:rPr>
              <a:t>Data manipulation and preprocessing are the foundation of every data analysis project. </a:t>
            </a:r>
            <a:endParaRPr lang="en-US">
              <a:latin typeface="Book Antiqua"/>
            </a:endParaRPr>
          </a:p>
          <a:p>
            <a:pPr algn="just">
              <a:buFont typeface="Arial"/>
              <a:buChar char="•"/>
            </a:pPr>
            <a:r>
              <a:rPr lang="en-US">
                <a:latin typeface="Book Antiqua"/>
                <a:ea typeface="+mn-lt"/>
                <a:cs typeface="+mn-lt"/>
              </a:rPr>
              <a:t>Pandas simplifies reading, cleaning, filtering, sorting, grouping, and ranking data. </a:t>
            </a:r>
            <a:endParaRPr lang="en-US">
              <a:latin typeface="Book Antiqua"/>
            </a:endParaRPr>
          </a:p>
          <a:p>
            <a:pPr algn="just">
              <a:buFont typeface="Arial"/>
              <a:buChar char="•"/>
            </a:pPr>
            <a:r>
              <a:rPr lang="en-US">
                <a:latin typeface="Book Antiqua"/>
                <a:ea typeface="+mn-lt"/>
                <a:cs typeface="+mn-lt"/>
              </a:rPr>
              <a:t>NumPy, SciPy, Scikit-Learn, and Matplotlib extend Pandas by providing numerical computing, preprocessing techniques, scientific analysis, and visualization. </a:t>
            </a:r>
            <a:endParaRPr lang="en-US">
              <a:latin typeface="Book Antiqua"/>
            </a:endParaRPr>
          </a:p>
          <a:p>
            <a:pPr algn="just">
              <a:buFont typeface="Arial"/>
              <a:buChar char="•"/>
            </a:pPr>
            <a:r>
              <a:rPr lang="en-US">
                <a:latin typeface="Book Antiqua"/>
                <a:ea typeface="+mn-lt"/>
                <a:cs typeface="+mn-lt"/>
              </a:rPr>
              <a:t>Combining these libraries creates an efficient workflow for preparing high-quality data for analysis and machine learning. </a:t>
            </a:r>
            <a:endParaRPr lang="en-US">
              <a:latin typeface="Book Antiqua"/>
            </a:endParaRPr>
          </a:p>
          <a:p>
            <a:pPr marL="0" indent="0" algn="just">
              <a:buNone/>
            </a:pPr>
            <a:r>
              <a:rPr lang="en-US" b="1">
                <a:latin typeface="Book Antiqua"/>
              </a:rPr>
              <a:t>Final Note</a:t>
            </a:r>
            <a:endParaRPr lang="en-US">
              <a:latin typeface="Book Antiqua"/>
            </a:endParaRPr>
          </a:p>
          <a:p>
            <a:pPr algn="just">
              <a:buNone/>
            </a:pPr>
            <a:r>
              <a:rPr lang="en-US">
                <a:latin typeface="Book Antiqua"/>
                <a:ea typeface="+mn-lt"/>
                <a:cs typeface="+mn-lt"/>
              </a:rPr>
              <a:t>"Well-preprocessed data leads to reliable analysis, better visualizations, and smarter decision-making."</a:t>
            </a:r>
            <a:endParaRPr lang="en-US">
              <a:latin typeface="Book Antiqua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472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FF685AD-C27E-02E2-4B82-B5E796E8B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415" y="2232964"/>
            <a:ext cx="5219700" cy="15906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F60376E-FDFA-5A21-A90D-FAA56EB6FB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" y="-4504"/>
            <a:ext cx="12192514" cy="687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51459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</Words>
  <Application>Microsoft Office PowerPoint</Application>
  <PresentationFormat>Widescreen</PresentationFormat>
  <Paragraphs>78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Batang</vt:lpstr>
      <vt:lpstr>Arial</vt:lpstr>
      <vt:lpstr>Avenir Next LT Pro</vt:lpstr>
      <vt:lpstr>Book Antiqua</vt:lpstr>
      <vt:lpstr>Calibri</vt:lpstr>
      <vt:lpstr>Times New Roman</vt:lpstr>
      <vt:lpstr>AccentBoxVTI</vt:lpstr>
      <vt:lpstr>Data Manipulation and Preprocessing Using Pandas and Python Libraries</vt:lpstr>
      <vt:lpstr>Introduction</vt:lpstr>
      <vt:lpstr>Libraries for Data Manipulation and Preprocessing</vt:lpstr>
      <vt:lpstr>Data Manipulation Using Pandas</vt:lpstr>
      <vt:lpstr>Data Preprocessing Techniques </vt:lpstr>
      <vt:lpstr>Handling Missing Data</vt:lpstr>
      <vt:lpstr>Filtering, Sorting and Grouping Data</vt:lpstr>
      <vt:lpstr>Ranking and Visualization</vt:lpstr>
      <vt:lpstr>Real-Time Applications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Sirivally Singari</dc:creator>
  <cp:lastModifiedBy>Sirivally Singari</cp:lastModifiedBy>
  <cp:revision>156</cp:revision>
  <dcterms:created xsi:type="dcterms:W3CDTF">2026-08-04T08:58:11Z</dcterms:created>
  <dcterms:modified xsi:type="dcterms:W3CDTF">2026-08-06T13:31:19Z</dcterms:modified>
</cp:coreProperties>
</file>